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96" r:id="rId1"/>
  </p:sldMasterIdLst>
  <p:notesMasterIdLst>
    <p:notesMasterId r:id="rId19"/>
  </p:notesMasterIdLst>
  <p:sldIdLst>
    <p:sldId id="256" r:id="rId2"/>
    <p:sldId id="259" r:id="rId3"/>
    <p:sldId id="317" r:id="rId4"/>
    <p:sldId id="318" r:id="rId5"/>
    <p:sldId id="303" r:id="rId6"/>
    <p:sldId id="319" r:id="rId7"/>
    <p:sldId id="323" r:id="rId8"/>
    <p:sldId id="322" r:id="rId9"/>
    <p:sldId id="321" r:id="rId10"/>
    <p:sldId id="320" r:id="rId11"/>
    <p:sldId id="324" r:id="rId12"/>
    <p:sldId id="325" r:id="rId13"/>
    <p:sldId id="326" r:id="rId14"/>
    <p:sldId id="330" r:id="rId15"/>
    <p:sldId id="327" r:id="rId16"/>
    <p:sldId id="328" r:id="rId17"/>
    <p:sldId id="329" r:id="rId1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1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532A3F0-6D38-4F56-A93F-9FAA3B42E9FE}" type="doc">
      <dgm:prSet loTypeId="urn:microsoft.com/office/officeart/2005/8/layout/list1" loCatId="list" qsTypeId="urn:microsoft.com/office/officeart/2005/8/quickstyle/3d2#1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80F19B52-3CDB-4A45-9FAF-F2C8576505FA}">
      <dgm:prSet phldrT="[Текст]" custT="1"/>
      <dgm:spPr>
        <a:solidFill>
          <a:srgbClr val="0070C0"/>
        </a:solidFill>
      </dgm:spPr>
      <dgm:t>
        <a:bodyPr/>
        <a:lstStyle/>
        <a:p>
          <a:r>
            <a:rPr lang="ru-RU" sz="1800" b="1" dirty="0">
              <a:latin typeface="Arial" pitchFamily="34" charset="0"/>
              <a:ea typeface="Lucida Sans Unicode" pitchFamily="32" charset="0"/>
              <a:cs typeface="Arial" pitchFamily="34" charset="0"/>
            </a:rPr>
            <a:t>Конечность (результативность)</a:t>
          </a:r>
          <a:endParaRPr lang="ru-RU" sz="1800" dirty="0">
            <a:latin typeface="Arial" pitchFamily="34" charset="0"/>
            <a:cs typeface="Arial" pitchFamily="34" charset="0"/>
          </a:endParaRPr>
        </a:p>
      </dgm:t>
    </dgm:pt>
    <dgm:pt modelId="{C1FEE622-2C35-4469-9935-940BEC3DA68D}" type="parTrans" cxnId="{2F1663A1-BC46-40EA-921D-EB919D43A9CC}">
      <dgm:prSet/>
      <dgm:spPr/>
      <dgm:t>
        <a:bodyPr/>
        <a:lstStyle/>
        <a:p>
          <a:endParaRPr lang="ru-RU"/>
        </a:p>
      </dgm:t>
    </dgm:pt>
    <dgm:pt modelId="{58E4F8A3-7BF7-4A97-AB82-4ED12B0A85FE}" type="sibTrans" cxnId="{2F1663A1-BC46-40EA-921D-EB919D43A9CC}">
      <dgm:prSet/>
      <dgm:spPr/>
      <dgm:t>
        <a:bodyPr/>
        <a:lstStyle/>
        <a:p>
          <a:endParaRPr lang="ru-RU"/>
        </a:p>
      </dgm:t>
    </dgm:pt>
    <dgm:pt modelId="{A613F77D-0DCC-4F69-ACC8-A83DC41BB5EB}">
      <dgm:prSet phldrT="[Текст]" custT="1"/>
      <dgm:spPr>
        <a:solidFill>
          <a:srgbClr val="0070C0"/>
        </a:solidFill>
      </dgm:spPr>
      <dgm:t>
        <a:bodyPr/>
        <a:lstStyle/>
        <a:p>
          <a:r>
            <a:rPr lang="ru-RU" sz="1800" b="1" dirty="0">
              <a:latin typeface="Arial" pitchFamily="34" charset="0"/>
              <a:cs typeface="Arial" pitchFamily="34" charset="0"/>
            </a:rPr>
            <a:t>Массовость</a:t>
          </a:r>
        </a:p>
      </dgm:t>
    </dgm:pt>
    <dgm:pt modelId="{8DADEC7D-997F-4009-8F24-7CC63248A3EC}" type="parTrans" cxnId="{87C86206-3F01-4171-9700-B3A5A7AAE50E}">
      <dgm:prSet/>
      <dgm:spPr/>
      <dgm:t>
        <a:bodyPr/>
        <a:lstStyle/>
        <a:p>
          <a:endParaRPr lang="ru-RU"/>
        </a:p>
      </dgm:t>
    </dgm:pt>
    <dgm:pt modelId="{DCEC5FB2-1C51-4BB0-A024-AFDCC00B2CCB}" type="sibTrans" cxnId="{87C86206-3F01-4171-9700-B3A5A7AAE50E}">
      <dgm:prSet/>
      <dgm:spPr/>
      <dgm:t>
        <a:bodyPr/>
        <a:lstStyle/>
        <a:p>
          <a:endParaRPr lang="ru-RU"/>
        </a:p>
      </dgm:t>
    </dgm:pt>
    <dgm:pt modelId="{D93F84AD-78C1-4EA3-8D8B-BDC9DF51891E}">
      <dgm:prSet phldrT="[Текст]" custT="1"/>
      <dgm:spPr>
        <a:solidFill>
          <a:srgbClr val="0070C0"/>
        </a:solidFill>
      </dgm:spPr>
      <dgm:t>
        <a:bodyPr/>
        <a:lstStyle/>
        <a:p>
          <a:r>
            <a:rPr lang="ru-RU" sz="1800" b="1" dirty="0">
              <a:latin typeface="Arial" pitchFamily="34" charset="0"/>
              <a:ea typeface="Lucida Sans Unicode" pitchFamily="32" charset="0"/>
              <a:cs typeface="Arial" pitchFamily="34" charset="0"/>
            </a:rPr>
            <a:t>Детерминированность (определенность)</a:t>
          </a:r>
          <a:endParaRPr lang="ru-RU" sz="1800" dirty="0">
            <a:latin typeface="Arial" pitchFamily="34" charset="0"/>
            <a:cs typeface="Arial" pitchFamily="34" charset="0"/>
          </a:endParaRPr>
        </a:p>
      </dgm:t>
    </dgm:pt>
    <dgm:pt modelId="{4C01C1E4-EE8B-4289-9ABC-0958FCBE61D5}" type="parTrans" cxnId="{E1E08DF3-5E10-48FD-BA4F-C23C55BD24DD}">
      <dgm:prSet/>
      <dgm:spPr/>
      <dgm:t>
        <a:bodyPr/>
        <a:lstStyle/>
        <a:p>
          <a:endParaRPr lang="ru-RU"/>
        </a:p>
      </dgm:t>
    </dgm:pt>
    <dgm:pt modelId="{8F537EA3-B48E-4D17-A967-685F694A0081}" type="sibTrans" cxnId="{E1E08DF3-5E10-48FD-BA4F-C23C55BD24DD}">
      <dgm:prSet/>
      <dgm:spPr/>
      <dgm:t>
        <a:bodyPr/>
        <a:lstStyle/>
        <a:p>
          <a:endParaRPr lang="ru-RU"/>
        </a:p>
      </dgm:t>
    </dgm:pt>
    <dgm:pt modelId="{E847DAA0-9343-423F-985A-35C906D43035}">
      <dgm:prSet phldrT="[Текст]" custT="1"/>
      <dgm:spPr>
        <a:solidFill>
          <a:srgbClr val="0070C0"/>
        </a:solidFill>
      </dgm:spPr>
      <dgm:t>
        <a:bodyPr/>
        <a:lstStyle/>
        <a:p>
          <a:r>
            <a:rPr lang="ru-RU" sz="1800" b="1" dirty="0">
              <a:latin typeface="Arial" pitchFamily="34" charset="0"/>
              <a:ea typeface="Lucida Sans Unicode" pitchFamily="32" charset="0"/>
              <a:cs typeface="Arial" pitchFamily="34" charset="0"/>
            </a:rPr>
            <a:t>Дискретность</a:t>
          </a:r>
          <a:endParaRPr lang="ru-RU" sz="1800" dirty="0">
            <a:latin typeface="Arial" pitchFamily="34" charset="0"/>
            <a:cs typeface="Arial" pitchFamily="34" charset="0"/>
          </a:endParaRPr>
        </a:p>
      </dgm:t>
    </dgm:pt>
    <dgm:pt modelId="{6DDD14F4-483D-4685-B257-1A8D60BA3424}" type="parTrans" cxnId="{8FA5282F-FBC2-42B2-B520-86687F7F5E04}">
      <dgm:prSet/>
      <dgm:spPr/>
      <dgm:t>
        <a:bodyPr/>
        <a:lstStyle/>
        <a:p>
          <a:endParaRPr lang="ru-RU"/>
        </a:p>
      </dgm:t>
    </dgm:pt>
    <dgm:pt modelId="{5E184CC8-7252-42AC-8B32-91C451002989}" type="sibTrans" cxnId="{8FA5282F-FBC2-42B2-B520-86687F7F5E04}">
      <dgm:prSet/>
      <dgm:spPr/>
      <dgm:t>
        <a:bodyPr/>
        <a:lstStyle/>
        <a:p>
          <a:endParaRPr lang="ru-RU"/>
        </a:p>
      </dgm:t>
    </dgm:pt>
    <dgm:pt modelId="{C38BA91C-1096-4DB9-9F00-3FF6627A2644}">
      <dgm:prSet phldrT="[Текст]" custT="1"/>
      <dgm:spPr>
        <a:solidFill>
          <a:srgbClr val="0070C0"/>
        </a:solidFill>
      </dgm:spPr>
      <dgm:t>
        <a:bodyPr/>
        <a:lstStyle/>
        <a:p>
          <a:r>
            <a:rPr lang="ru-RU" sz="1800" b="1" dirty="0">
              <a:latin typeface="Arial" pitchFamily="34" charset="0"/>
              <a:ea typeface="Lucida Sans Unicode" pitchFamily="32" charset="0"/>
              <a:cs typeface="Arial" pitchFamily="34" charset="0"/>
            </a:rPr>
            <a:t>Понятность</a:t>
          </a:r>
          <a:endParaRPr lang="ru-RU" sz="1800" dirty="0">
            <a:latin typeface="Arial" pitchFamily="34" charset="0"/>
            <a:cs typeface="Arial" pitchFamily="34" charset="0"/>
          </a:endParaRPr>
        </a:p>
      </dgm:t>
    </dgm:pt>
    <dgm:pt modelId="{C57A41EB-375D-4AC4-AD09-D630DE4194BD}" type="parTrans" cxnId="{2A6A9A9F-85A8-491A-B3D3-38E4772D9C41}">
      <dgm:prSet/>
      <dgm:spPr/>
      <dgm:t>
        <a:bodyPr/>
        <a:lstStyle/>
        <a:p>
          <a:endParaRPr lang="ru-RU"/>
        </a:p>
      </dgm:t>
    </dgm:pt>
    <dgm:pt modelId="{E7BCB503-C069-4264-971D-752B2BEB852F}" type="sibTrans" cxnId="{2A6A9A9F-85A8-491A-B3D3-38E4772D9C41}">
      <dgm:prSet/>
      <dgm:spPr/>
      <dgm:t>
        <a:bodyPr/>
        <a:lstStyle/>
        <a:p>
          <a:endParaRPr lang="ru-RU"/>
        </a:p>
      </dgm:t>
    </dgm:pt>
    <dgm:pt modelId="{38C29972-DAC3-40F5-9D17-A8D694CF1C45}">
      <dgm:prSet phldrT="[Текст]" custT="1"/>
      <dgm:spPr>
        <a:solidFill>
          <a:srgbClr val="0070C0"/>
        </a:solidFill>
      </dgm:spPr>
      <dgm:t>
        <a:bodyPr/>
        <a:lstStyle/>
        <a:p>
          <a:r>
            <a:rPr lang="ru-RU" sz="1800" b="1" dirty="0">
              <a:latin typeface="Arial" pitchFamily="34" charset="0"/>
              <a:cs typeface="Arial" pitchFamily="34" charset="0"/>
            </a:rPr>
            <a:t>Точность</a:t>
          </a:r>
        </a:p>
      </dgm:t>
    </dgm:pt>
    <dgm:pt modelId="{52442A4E-B72D-4AFA-96A2-CF9EC8A6336D}" type="parTrans" cxnId="{3C6F5CA1-AC75-424B-A89C-2EA2A115F8AF}">
      <dgm:prSet/>
      <dgm:spPr/>
      <dgm:t>
        <a:bodyPr/>
        <a:lstStyle/>
        <a:p>
          <a:endParaRPr lang="ru-RU"/>
        </a:p>
      </dgm:t>
    </dgm:pt>
    <dgm:pt modelId="{4E02395E-D4B9-429C-8E50-F96501F84E97}" type="sibTrans" cxnId="{3C6F5CA1-AC75-424B-A89C-2EA2A115F8AF}">
      <dgm:prSet/>
      <dgm:spPr/>
      <dgm:t>
        <a:bodyPr/>
        <a:lstStyle/>
        <a:p>
          <a:endParaRPr lang="ru-RU"/>
        </a:p>
      </dgm:t>
    </dgm:pt>
    <dgm:pt modelId="{C35A3051-B96B-4AD7-9E07-9DA193293F5F}" type="pres">
      <dgm:prSet presAssocID="{7532A3F0-6D38-4F56-A93F-9FAA3B42E9FE}" presName="linear" presStyleCnt="0">
        <dgm:presLayoutVars>
          <dgm:dir/>
          <dgm:animLvl val="lvl"/>
          <dgm:resizeHandles val="exact"/>
        </dgm:presLayoutVars>
      </dgm:prSet>
      <dgm:spPr/>
    </dgm:pt>
    <dgm:pt modelId="{5BB42B42-2E88-499E-A9F5-A374A73076C9}" type="pres">
      <dgm:prSet presAssocID="{80F19B52-3CDB-4A45-9FAF-F2C8576505FA}" presName="parentLin" presStyleCnt="0"/>
      <dgm:spPr/>
    </dgm:pt>
    <dgm:pt modelId="{64A622EE-5A3B-4014-AAAF-6062D90816AD}" type="pres">
      <dgm:prSet presAssocID="{80F19B52-3CDB-4A45-9FAF-F2C8576505FA}" presName="parentLeftMargin" presStyleLbl="node1" presStyleIdx="0" presStyleCnt="6"/>
      <dgm:spPr/>
    </dgm:pt>
    <dgm:pt modelId="{3594036B-D338-4FC3-B620-5F850085C665}" type="pres">
      <dgm:prSet presAssocID="{80F19B52-3CDB-4A45-9FAF-F2C8576505FA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DDA42DEC-4E3B-4A10-8F67-EF62BEEADCF4}" type="pres">
      <dgm:prSet presAssocID="{80F19B52-3CDB-4A45-9FAF-F2C8576505FA}" presName="negativeSpace" presStyleCnt="0"/>
      <dgm:spPr/>
    </dgm:pt>
    <dgm:pt modelId="{89897C8F-298D-4D77-967F-5306E937BC0F}" type="pres">
      <dgm:prSet presAssocID="{80F19B52-3CDB-4A45-9FAF-F2C8576505FA}" presName="childText" presStyleLbl="conFgAcc1" presStyleIdx="0" presStyleCnt="6">
        <dgm:presLayoutVars>
          <dgm:bulletEnabled val="1"/>
        </dgm:presLayoutVars>
      </dgm:prSet>
      <dgm:spPr/>
    </dgm:pt>
    <dgm:pt modelId="{ECC0B702-695F-44A2-9155-F5C528114B94}" type="pres">
      <dgm:prSet presAssocID="{58E4F8A3-7BF7-4A97-AB82-4ED12B0A85FE}" presName="spaceBetweenRectangles" presStyleCnt="0"/>
      <dgm:spPr/>
    </dgm:pt>
    <dgm:pt modelId="{358C8533-AB11-4877-B8F2-1791CDF10075}" type="pres">
      <dgm:prSet presAssocID="{E847DAA0-9343-423F-985A-35C906D43035}" presName="parentLin" presStyleCnt="0"/>
      <dgm:spPr/>
    </dgm:pt>
    <dgm:pt modelId="{861D8C74-1F7A-4932-A515-84F73FC8E268}" type="pres">
      <dgm:prSet presAssocID="{E847DAA0-9343-423F-985A-35C906D43035}" presName="parentLeftMargin" presStyleLbl="node1" presStyleIdx="0" presStyleCnt="6"/>
      <dgm:spPr/>
    </dgm:pt>
    <dgm:pt modelId="{CE5F0C09-0AE9-4730-8918-4C82D73454D3}" type="pres">
      <dgm:prSet presAssocID="{E847DAA0-9343-423F-985A-35C906D43035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F5922282-49A4-4FE2-B01F-FAF58FF6287E}" type="pres">
      <dgm:prSet presAssocID="{E847DAA0-9343-423F-985A-35C906D43035}" presName="negativeSpace" presStyleCnt="0"/>
      <dgm:spPr/>
    </dgm:pt>
    <dgm:pt modelId="{1E510892-F3B3-43F5-9CE7-FD2C013FB7EF}" type="pres">
      <dgm:prSet presAssocID="{E847DAA0-9343-423F-985A-35C906D43035}" presName="childText" presStyleLbl="conFgAcc1" presStyleIdx="1" presStyleCnt="6">
        <dgm:presLayoutVars>
          <dgm:bulletEnabled val="1"/>
        </dgm:presLayoutVars>
      </dgm:prSet>
      <dgm:spPr/>
    </dgm:pt>
    <dgm:pt modelId="{F109454C-DF4F-453D-8D00-6108C87365A3}" type="pres">
      <dgm:prSet presAssocID="{5E184CC8-7252-42AC-8B32-91C451002989}" presName="spaceBetweenRectangles" presStyleCnt="0"/>
      <dgm:spPr/>
    </dgm:pt>
    <dgm:pt modelId="{DB00A5E8-4AC9-4832-BF0A-7451155F4EDF}" type="pres">
      <dgm:prSet presAssocID="{C38BA91C-1096-4DB9-9F00-3FF6627A2644}" presName="parentLin" presStyleCnt="0"/>
      <dgm:spPr/>
    </dgm:pt>
    <dgm:pt modelId="{ADBB5741-513E-45BD-B0BD-EE2F79B6F9C0}" type="pres">
      <dgm:prSet presAssocID="{C38BA91C-1096-4DB9-9F00-3FF6627A2644}" presName="parentLeftMargin" presStyleLbl="node1" presStyleIdx="1" presStyleCnt="6"/>
      <dgm:spPr/>
    </dgm:pt>
    <dgm:pt modelId="{36DAF8BF-A520-4125-87C2-C844B5EBCC09}" type="pres">
      <dgm:prSet presAssocID="{C38BA91C-1096-4DB9-9F00-3FF6627A2644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C6582B4A-1E17-4D9F-93FF-4D2FD7FB5C49}" type="pres">
      <dgm:prSet presAssocID="{C38BA91C-1096-4DB9-9F00-3FF6627A2644}" presName="negativeSpace" presStyleCnt="0"/>
      <dgm:spPr/>
    </dgm:pt>
    <dgm:pt modelId="{EC54FAD3-BA60-4824-BD9E-D42C4CB4CDE3}" type="pres">
      <dgm:prSet presAssocID="{C38BA91C-1096-4DB9-9F00-3FF6627A2644}" presName="childText" presStyleLbl="conFgAcc1" presStyleIdx="2" presStyleCnt="6">
        <dgm:presLayoutVars>
          <dgm:bulletEnabled val="1"/>
        </dgm:presLayoutVars>
      </dgm:prSet>
      <dgm:spPr/>
    </dgm:pt>
    <dgm:pt modelId="{04F9C8CC-39A9-4649-9FAC-267C5A2E6E9E}" type="pres">
      <dgm:prSet presAssocID="{E7BCB503-C069-4264-971D-752B2BEB852F}" presName="spaceBetweenRectangles" presStyleCnt="0"/>
      <dgm:spPr/>
    </dgm:pt>
    <dgm:pt modelId="{89A2999D-CC5B-49FB-8172-1003A154EB03}" type="pres">
      <dgm:prSet presAssocID="{38C29972-DAC3-40F5-9D17-A8D694CF1C45}" presName="parentLin" presStyleCnt="0"/>
      <dgm:spPr/>
    </dgm:pt>
    <dgm:pt modelId="{3EE917D5-3F07-4ECC-B598-1A183850DDC2}" type="pres">
      <dgm:prSet presAssocID="{38C29972-DAC3-40F5-9D17-A8D694CF1C45}" presName="parentLeftMargin" presStyleLbl="node1" presStyleIdx="2" presStyleCnt="6"/>
      <dgm:spPr/>
    </dgm:pt>
    <dgm:pt modelId="{E4AF920B-2F13-4F4F-852A-7FD843BC7FFB}" type="pres">
      <dgm:prSet presAssocID="{38C29972-DAC3-40F5-9D17-A8D694CF1C45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C098F388-DAE7-4B94-AA4C-0BA5E7A940DD}" type="pres">
      <dgm:prSet presAssocID="{38C29972-DAC3-40F5-9D17-A8D694CF1C45}" presName="negativeSpace" presStyleCnt="0"/>
      <dgm:spPr/>
    </dgm:pt>
    <dgm:pt modelId="{86796630-C5A6-4C2D-B41E-B46582ABEE39}" type="pres">
      <dgm:prSet presAssocID="{38C29972-DAC3-40F5-9D17-A8D694CF1C45}" presName="childText" presStyleLbl="conFgAcc1" presStyleIdx="3" presStyleCnt="6">
        <dgm:presLayoutVars>
          <dgm:bulletEnabled val="1"/>
        </dgm:presLayoutVars>
      </dgm:prSet>
      <dgm:spPr/>
    </dgm:pt>
    <dgm:pt modelId="{CAB35B28-282A-4949-B002-7E39829220A3}" type="pres">
      <dgm:prSet presAssocID="{4E02395E-D4B9-429C-8E50-F96501F84E97}" presName="spaceBetweenRectangles" presStyleCnt="0"/>
      <dgm:spPr/>
    </dgm:pt>
    <dgm:pt modelId="{750337BC-EDD6-43CE-8E3D-A2FC46D79479}" type="pres">
      <dgm:prSet presAssocID="{A613F77D-0DCC-4F69-ACC8-A83DC41BB5EB}" presName="parentLin" presStyleCnt="0"/>
      <dgm:spPr/>
    </dgm:pt>
    <dgm:pt modelId="{A6AC64C3-F509-454B-B9EA-20ED9D9B3FED}" type="pres">
      <dgm:prSet presAssocID="{A613F77D-0DCC-4F69-ACC8-A83DC41BB5EB}" presName="parentLeftMargin" presStyleLbl="node1" presStyleIdx="3" presStyleCnt="6"/>
      <dgm:spPr/>
    </dgm:pt>
    <dgm:pt modelId="{B595167D-0D3A-4422-9BA5-310C4BB3D6E9}" type="pres">
      <dgm:prSet presAssocID="{A613F77D-0DCC-4F69-ACC8-A83DC41BB5EB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034774E4-8E61-46F1-8EDA-E4064BFEAA51}" type="pres">
      <dgm:prSet presAssocID="{A613F77D-0DCC-4F69-ACC8-A83DC41BB5EB}" presName="negativeSpace" presStyleCnt="0"/>
      <dgm:spPr/>
    </dgm:pt>
    <dgm:pt modelId="{B8DB547E-6367-4F17-A118-384F9BF40E85}" type="pres">
      <dgm:prSet presAssocID="{A613F77D-0DCC-4F69-ACC8-A83DC41BB5EB}" presName="childText" presStyleLbl="conFgAcc1" presStyleIdx="4" presStyleCnt="6">
        <dgm:presLayoutVars>
          <dgm:bulletEnabled val="1"/>
        </dgm:presLayoutVars>
      </dgm:prSet>
      <dgm:spPr/>
    </dgm:pt>
    <dgm:pt modelId="{AC402DB6-C224-426A-BEAF-9E8F62FE4BB2}" type="pres">
      <dgm:prSet presAssocID="{DCEC5FB2-1C51-4BB0-A024-AFDCC00B2CCB}" presName="spaceBetweenRectangles" presStyleCnt="0"/>
      <dgm:spPr/>
    </dgm:pt>
    <dgm:pt modelId="{756F45DB-997D-4385-98BF-BA715FD45FC4}" type="pres">
      <dgm:prSet presAssocID="{D93F84AD-78C1-4EA3-8D8B-BDC9DF51891E}" presName="parentLin" presStyleCnt="0"/>
      <dgm:spPr/>
    </dgm:pt>
    <dgm:pt modelId="{D9490C24-6858-42F6-9015-08A1BEAE24D7}" type="pres">
      <dgm:prSet presAssocID="{D93F84AD-78C1-4EA3-8D8B-BDC9DF51891E}" presName="parentLeftMargin" presStyleLbl="node1" presStyleIdx="4" presStyleCnt="6"/>
      <dgm:spPr/>
    </dgm:pt>
    <dgm:pt modelId="{2A0961F6-A7BC-4A9C-A844-B2C87D5285C9}" type="pres">
      <dgm:prSet presAssocID="{D93F84AD-78C1-4EA3-8D8B-BDC9DF51891E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09B3F4B9-2EDF-459D-BBCB-97CE98D7A19F}" type="pres">
      <dgm:prSet presAssocID="{D93F84AD-78C1-4EA3-8D8B-BDC9DF51891E}" presName="negativeSpace" presStyleCnt="0"/>
      <dgm:spPr/>
    </dgm:pt>
    <dgm:pt modelId="{43AFB5B9-1A90-4F66-AF78-AC055E45ACD9}" type="pres">
      <dgm:prSet presAssocID="{D93F84AD-78C1-4EA3-8D8B-BDC9DF51891E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87C86206-3F01-4171-9700-B3A5A7AAE50E}" srcId="{7532A3F0-6D38-4F56-A93F-9FAA3B42E9FE}" destId="{A613F77D-0DCC-4F69-ACC8-A83DC41BB5EB}" srcOrd="4" destOrd="0" parTransId="{8DADEC7D-997F-4009-8F24-7CC63248A3EC}" sibTransId="{DCEC5FB2-1C51-4BB0-A024-AFDCC00B2CCB}"/>
    <dgm:cxn modelId="{A5055506-91CA-4F9A-AEFD-55D92238D108}" type="presOf" srcId="{7532A3F0-6D38-4F56-A93F-9FAA3B42E9FE}" destId="{C35A3051-B96B-4AD7-9E07-9DA193293F5F}" srcOrd="0" destOrd="0" presId="urn:microsoft.com/office/officeart/2005/8/layout/list1"/>
    <dgm:cxn modelId="{E7D7661A-14B0-4A6A-920A-55451323FF49}" type="presOf" srcId="{80F19B52-3CDB-4A45-9FAF-F2C8576505FA}" destId="{64A622EE-5A3B-4014-AAAF-6062D90816AD}" srcOrd="0" destOrd="0" presId="urn:microsoft.com/office/officeart/2005/8/layout/list1"/>
    <dgm:cxn modelId="{8FA5282F-FBC2-42B2-B520-86687F7F5E04}" srcId="{7532A3F0-6D38-4F56-A93F-9FAA3B42E9FE}" destId="{E847DAA0-9343-423F-985A-35C906D43035}" srcOrd="1" destOrd="0" parTransId="{6DDD14F4-483D-4685-B257-1A8D60BA3424}" sibTransId="{5E184CC8-7252-42AC-8B32-91C451002989}"/>
    <dgm:cxn modelId="{DDEB8E6A-C93F-459A-9D95-C1C6ED627C26}" type="presOf" srcId="{38C29972-DAC3-40F5-9D17-A8D694CF1C45}" destId="{3EE917D5-3F07-4ECC-B598-1A183850DDC2}" srcOrd="0" destOrd="0" presId="urn:microsoft.com/office/officeart/2005/8/layout/list1"/>
    <dgm:cxn modelId="{EEA7536B-5757-4398-A6D0-4C9826D2FB73}" type="presOf" srcId="{C38BA91C-1096-4DB9-9F00-3FF6627A2644}" destId="{ADBB5741-513E-45BD-B0BD-EE2F79B6F9C0}" srcOrd="0" destOrd="0" presId="urn:microsoft.com/office/officeart/2005/8/layout/list1"/>
    <dgm:cxn modelId="{3ECADE86-DA4A-443D-B5C1-7802C60BF8CD}" type="presOf" srcId="{A613F77D-0DCC-4F69-ACC8-A83DC41BB5EB}" destId="{A6AC64C3-F509-454B-B9EA-20ED9D9B3FED}" srcOrd="0" destOrd="0" presId="urn:microsoft.com/office/officeart/2005/8/layout/list1"/>
    <dgm:cxn modelId="{2A6A9A9F-85A8-491A-B3D3-38E4772D9C41}" srcId="{7532A3F0-6D38-4F56-A93F-9FAA3B42E9FE}" destId="{C38BA91C-1096-4DB9-9F00-3FF6627A2644}" srcOrd="2" destOrd="0" parTransId="{C57A41EB-375D-4AC4-AD09-D630DE4194BD}" sibTransId="{E7BCB503-C069-4264-971D-752B2BEB852F}"/>
    <dgm:cxn modelId="{3C6F5CA1-AC75-424B-A89C-2EA2A115F8AF}" srcId="{7532A3F0-6D38-4F56-A93F-9FAA3B42E9FE}" destId="{38C29972-DAC3-40F5-9D17-A8D694CF1C45}" srcOrd="3" destOrd="0" parTransId="{52442A4E-B72D-4AFA-96A2-CF9EC8A6336D}" sibTransId="{4E02395E-D4B9-429C-8E50-F96501F84E97}"/>
    <dgm:cxn modelId="{2F1663A1-BC46-40EA-921D-EB919D43A9CC}" srcId="{7532A3F0-6D38-4F56-A93F-9FAA3B42E9FE}" destId="{80F19B52-3CDB-4A45-9FAF-F2C8576505FA}" srcOrd="0" destOrd="0" parTransId="{C1FEE622-2C35-4469-9935-940BEC3DA68D}" sibTransId="{58E4F8A3-7BF7-4A97-AB82-4ED12B0A85FE}"/>
    <dgm:cxn modelId="{9079E8A2-F40A-4E27-B317-3685550D5563}" type="presOf" srcId="{A613F77D-0DCC-4F69-ACC8-A83DC41BB5EB}" destId="{B595167D-0D3A-4422-9BA5-310C4BB3D6E9}" srcOrd="1" destOrd="0" presId="urn:microsoft.com/office/officeart/2005/8/layout/list1"/>
    <dgm:cxn modelId="{D5CE0BA5-301C-420C-8BF6-F86703B70562}" type="presOf" srcId="{80F19B52-3CDB-4A45-9FAF-F2C8576505FA}" destId="{3594036B-D338-4FC3-B620-5F850085C665}" srcOrd="1" destOrd="0" presId="urn:microsoft.com/office/officeart/2005/8/layout/list1"/>
    <dgm:cxn modelId="{BDEB7EAF-F186-4E56-A4B7-9494495CB13E}" type="presOf" srcId="{E847DAA0-9343-423F-985A-35C906D43035}" destId="{CE5F0C09-0AE9-4730-8918-4C82D73454D3}" srcOrd="1" destOrd="0" presId="urn:microsoft.com/office/officeart/2005/8/layout/list1"/>
    <dgm:cxn modelId="{57947BE2-31F9-48F5-A281-F77EED7D6899}" type="presOf" srcId="{D93F84AD-78C1-4EA3-8D8B-BDC9DF51891E}" destId="{2A0961F6-A7BC-4A9C-A844-B2C87D5285C9}" srcOrd="1" destOrd="0" presId="urn:microsoft.com/office/officeart/2005/8/layout/list1"/>
    <dgm:cxn modelId="{22FF24ED-A61A-41CA-AE63-C404E98B3763}" type="presOf" srcId="{D93F84AD-78C1-4EA3-8D8B-BDC9DF51891E}" destId="{D9490C24-6858-42F6-9015-08A1BEAE24D7}" srcOrd="0" destOrd="0" presId="urn:microsoft.com/office/officeart/2005/8/layout/list1"/>
    <dgm:cxn modelId="{E1E08DF3-5E10-48FD-BA4F-C23C55BD24DD}" srcId="{7532A3F0-6D38-4F56-A93F-9FAA3B42E9FE}" destId="{D93F84AD-78C1-4EA3-8D8B-BDC9DF51891E}" srcOrd="5" destOrd="0" parTransId="{4C01C1E4-EE8B-4289-9ABC-0958FCBE61D5}" sibTransId="{8F537EA3-B48E-4D17-A967-685F694A0081}"/>
    <dgm:cxn modelId="{879DD5F3-0B22-4100-A0B7-BF03B40CE71C}" type="presOf" srcId="{C38BA91C-1096-4DB9-9F00-3FF6627A2644}" destId="{36DAF8BF-A520-4125-87C2-C844B5EBCC09}" srcOrd="1" destOrd="0" presId="urn:microsoft.com/office/officeart/2005/8/layout/list1"/>
    <dgm:cxn modelId="{8538EFF6-5739-4DF2-947B-8A2D48F1B1DA}" type="presOf" srcId="{38C29972-DAC3-40F5-9D17-A8D694CF1C45}" destId="{E4AF920B-2F13-4F4F-852A-7FD843BC7FFB}" srcOrd="1" destOrd="0" presId="urn:microsoft.com/office/officeart/2005/8/layout/list1"/>
    <dgm:cxn modelId="{5C4CC4FC-45C8-4D4E-8263-AD0AF4418A87}" type="presOf" srcId="{E847DAA0-9343-423F-985A-35C906D43035}" destId="{861D8C74-1F7A-4932-A515-84F73FC8E268}" srcOrd="0" destOrd="0" presId="urn:microsoft.com/office/officeart/2005/8/layout/list1"/>
    <dgm:cxn modelId="{2918CB79-C36A-4DD5-B644-D30DEF4694F8}" type="presParOf" srcId="{C35A3051-B96B-4AD7-9E07-9DA193293F5F}" destId="{5BB42B42-2E88-499E-A9F5-A374A73076C9}" srcOrd="0" destOrd="0" presId="urn:microsoft.com/office/officeart/2005/8/layout/list1"/>
    <dgm:cxn modelId="{C5E89CC1-0153-49FA-A75F-3917F226A806}" type="presParOf" srcId="{5BB42B42-2E88-499E-A9F5-A374A73076C9}" destId="{64A622EE-5A3B-4014-AAAF-6062D90816AD}" srcOrd="0" destOrd="0" presId="urn:microsoft.com/office/officeart/2005/8/layout/list1"/>
    <dgm:cxn modelId="{274D68A2-C7DE-43E2-B21F-3C0DCC664985}" type="presParOf" srcId="{5BB42B42-2E88-499E-A9F5-A374A73076C9}" destId="{3594036B-D338-4FC3-B620-5F850085C665}" srcOrd="1" destOrd="0" presId="urn:microsoft.com/office/officeart/2005/8/layout/list1"/>
    <dgm:cxn modelId="{DEA458B5-2F73-4CF9-9B07-B559170F9DB3}" type="presParOf" srcId="{C35A3051-B96B-4AD7-9E07-9DA193293F5F}" destId="{DDA42DEC-4E3B-4A10-8F67-EF62BEEADCF4}" srcOrd="1" destOrd="0" presId="urn:microsoft.com/office/officeart/2005/8/layout/list1"/>
    <dgm:cxn modelId="{0FABEE17-3A92-46AB-A201-E9D9878C269F}" type="presParOf" srcId="{C35A3051-B96B-4AD7-9E07-9DA193293F5F}" destId="{89897C8F-298D-4D77-967F-5306E937BC0F}" srcOrd="2" destOrd="0" presId="urn:microsoft.com/office/officeart/2005/8/layout/list1"/>
    <dgm:cxn modelId="{DCFBD7E8-9EB2-413E-8600-5CDECCE35D49}" type="presParOf" srcId="{C35A3051-B96B-4AD7-9E07-9DA193293F5F}" destId="{ECC0B702-695F-44A2-9155-F5C528114B94}" srcOrd="3" destOrd="0" presId="urn:microsoft.com/office/officeart/2005/8/layout/list1"/>
    <dgm:cxn modelId="{12942A5E-302F-44AC-94FE-FDBF30DD655D}" type="presParOf" srcId="{C35A3051-B96B-4AD7-9E07-9DA193293F5F}" destId="{358C8533-AB11-4877-B8F2-1791CDF10075}" srcOrd="4" destOrd="0" presId="urn:microsoft.com/office/officeart/2005/8/layout/list1"/>
    <dgm:cxn modelId="{8B99E266-7890-4913-AA61-F56867518D95}" type="presParOf" srcId="{358C8533-AB11-4877-B8F2-1791CDF10075}" destId="{861D8C74-1F7A-4932-A515-84F73FC8E268}" srcOrd="0" destOrd="0" presId="urn:microsoft.com/office/officeart/2005/8/layout/list1"/>
    <dgm:cxn modelId="{12FCA098-2862-4EBB-9B22-98016B02271D}" type="presParOf" srcId="{358C8533-AB11-4877-B8F2-1791CDF10075}" destId="{CE5F0C09-0AE9-4730-8918-4C82D73454D3}" srcOrd="1" destOrd="0" presId="urn:microsoft.com/office/officeart/2005/8/layout/list1"/>
    <dgm:cxn modelId="{FC338092-B2DC-4AA0-856C-BCF251CA5469}" type="presParOf" srcId="{C35A3051-B96B-4AD7-9E07-9DA193293F5F}" destId="{F5922282-49A4-4FE2-B01F-FAF58FF6287E}" srcOrd="5" destOrd="0" presId="urn:microsoft.com/office/officeart/2005/8/layout/list1"/>
    <dgm:cxn modelId="{FE745658-CF24-40FF-8B5A-B5AD099C994A}" type="presParOf" srcId="{C35A3051-B96B-4AD7-9E07-9DA193293F5F}" destId="{1E510892-F3B3-43F5-9CE7-FD2C013FB7EF}" srcOrd="6" destOrd="0" presId="urn:microsoft.com/office/officeart/2005/8/layout/list1"/>
    <dgm:cxn modelId="{3A77C5ED-D0D6-4351-8C28-DBFE1D3B0946}" type="presParOf" srcId="{C35A3051-B96B-4AD7-9E07-9DA193293F5F}" destId="{F109454C-DF4F-453D-8D00-6108C87365A3}" srcOrd="7" destOrd="0" presId="urn:microsoft.com/office/officeart/2005/8/layout/list1"/>
    <dgm:cxn modelId="{A9EEC091-3908-4267-87E4-D13E0AE1CB81}" type="presParOf" srcId="{C35A3051-B96B-4AD7-9E07-9DA193293F5F}" destId="{DB00A5E8-4AC9-4832-BF0A-7451155F4EDF}" srcOrd="8" destOrd="0" presId="urn:microsoft.com/office/officeart/2005/8/layout/list1"/>
    <dgm:cxn modelId="{50687930-D1D4-45E3-8B9B-3BA2FA3AD838}" type="presParOf" srcId="{DB00A5E8-4AC9-4832-BF0A-7451155F4EDF}" destId="{ADBB5741-513E-45BD-B0BD-EE2F79B6F9C0}" srcOrd="0" destOrd="0" presId="urn:microsoft.com/office/officeart/2005/8/layout/list1"/>
    <dgm:cxn modelId="{5BDB5876-3DE5-4BD5-8CF8-21F66BABD99F}" type="presParOf" srcId="{DB00A5E8-4AC9-4832-BF0A-7451155F4EDF}" destId="{36DAF8BF-A520-4125-87C2-C844B5EBCC09}" srcOrd="1" destOrd="0" presId="urn:microsoft.com/office/officeart/2005/8/layout/list1"/>
    <dgm:cxn modelId="{46611380-F4C2-4197-B7AA-2AB79DF60D3D}" type="presParOf" srcId="{C35A3051-B96B-4AD7-9E07-9DA193293F5F}" destId="{C6582B4A-1E17-4D9F-93FF-4D2FD7FB5C49}" srcOrd="9" destOrd="0" presId="urn:microsoft.com/office/officeart/2005/8/layout/list1"/>
    <dgm:cxn modelId="{2ACB8483-E76F-4577-A24B-2DB37054C76E}" type="presParOf" srcId="{C35A3051-B96B-4AD7-9E07-9DA193293F5F}" destId="{EC54FAD3-BA60-4824-BD9E-D42C4CB4CDE3}" srcOrd="10" destOrd="0" presId="urn:microsoft.com/office/officeart/2005/8/layout/list1"/>
    <dgm:cxn modelId="{7410CE4D-C468-48E1-986A-C02CC3B94FFB}" type="presParOf" srcId="{C35A3051-B96B-4AD7-9E07-9DA193293F5F}" destId="{04F9C8CC-39A9-4649-9FAC-267C5A2E6E9E}" srcOrd="11" destOrd="0" presId="urn:microsoft.com/office/officeart/2005/8/layout/list1"/>
    <dgm:cxn modelId="{6316C86D-4D33-4B1A-B62D-387F3AA131F1}" type="presParOf" srcId="{C35A3051-B96B-4AD7-9E07-9DA193293F5F}" destId="{89A2999D-CC5B-49FB-8172-1003A154EB03}" srcOrd="12" destOrd="0" presId="urn:microsoft.com/office/officeart/2005/8/layout/list1"/>
    <dgm:cxn modelId="{DAF8E057-4303-43EB-847B-D88522C96DE4}" type="presParOf" srcId="{89A2999D-CC5B-49FB-8172-1003A154EB03}" destId="{3EE917D5-3F07-4ECC-B598-1A183850DDC2}" srcOrd="0" destOrd="0" presId="urn:microsoft.com/office/officeart/2005/8/layout/list1"/>
    <dgm:cxn modelId="{9C0AFCDF-4CB5-4886-9EED-1D45AE22DC17}" type="presParOf" srcId="{89A2999D-CC5B-49FB-8172-1003A154EB03}" destId="{E4AF920B-2F13-4F4F-852A-7FD843BC7FFB}" srcOrd="1" destOrd="0" presId="urn:microsoft.com/office/officeart/2005/8/layout/list1"/>
    <dgm:cxn modelId="{0342E9A8-02E5-415D-BFF7-8E8C57B4FE49}" type="presParOf" srcId="{C35A3051-B96B-4AD7-9E07-9DA193293F5F}" destId="{C098F388-DAE7-4B94-AA4C-0BA5E7A940DD}" srcOrd="13" destOrd="0" presId="urn:microsoft.com/office/officeart/2005/8/layout/list1"/>
    <dgm:cxn modelId="{59B59B48-DD0B-4011-B5E7-BFEF4E7AC222}" type="presParOf" srcId="{C35A3051-B96B-4AD7-9E07-9DA193293F5F}" destId="{86796630-C5A6-4C2D-B41E-B46582ABEE39}" srcOrd="14" destOrd="0" presId="urn:microsoft.com/office/officeart/2005/8/layout/list1"/>
    <dgm:cxn modelId="{62993276-6BFB-4B7F-984A-70C2ED4C0212}" type="presParOf" srcId="{C35A3051-B96B-4AD7-9E07-9DA193293F5F}" destId="{CAB35B28-282A-4949-B002-7E39829220A3}" srcOrd="15" destOrd="0" presId="urn:microsoft.com/office/officeart/2005/8/layout/list1"/>
    <dgm:cxn modelId="{B56F6632-6C3E-4978-A329-C6F0052A7EFB}" type="presParOf" srcId="{C35A3051-B96B-4AD7-9E07-9DA193293F5F}" destId="{750337BC-EDD6-43CE-8E3D-A2FC46D79479}" srcOrd="16" destOrd="0" presId="urn:microsoft.com/office/officeart/2005/8/layout/list1"/>
    <dgm:cxn modelId="{205E010F-E102-47DF-961D-402EEA71B8A9}" type="presParOf" srcId="{750337BC-EDD6-43CE-8E3D-A2FC46D79479}" destId="{A6AC64C3-F509-454B-B9EA-20ED9D9B3FED}" srcOrd="0" destOrd="0" presId="urn:microsoft.com/office/officeart/2005/8/layout/list1"/>
    <dgm:cxn modelId="{B4DD0E1A-0DE2-4380-B8F4-A137E8ADFCF0}" type="presParOf" srcId="{750337BC-EDD6-43CE-8E3D-A2FC46D79479}" destId="{B595167D-0D3A-4422-9BA5-310C4BB3D6E9}" srcOrd="1" destOrd="0" presId="urn:microsoft.com/office/officeart/2005/8/layout/list1"/>
    <dgm:cxn modelId="{B8949594-65C0-4470-91E6-61248EA1176F}" type="presParOf" srcId="{C35A3051-B96B-4AD7-9E07-9DA193293F5F}" destId="{034774E4-8E61-46F1-8EDA-E4064BFEAA51}" srcOrd="17" destOrd="0" presId="urn:microsoft.com/office/officeart/2005/8/layout/list1"/>
    <dgm:cxn modelId="{6F555D0F-4EAE-4ADD-9CBD-037C8246655F}" type="presParOf" srcId="{C35A3051-B96B-4AD7-9E07-9DA193293F5F}" destId="{B8DB547E-6367-4F17-A118-384F9BF40E85}" srcOrd="18" destOrd="0" presId="urn:microsoft.com/office/officeart/2005/8/layout/list1"/>
    <dgm:cxn modelId="{7406BC00-F7F6-472B-94D1-AFFC134F0CE1}" type="presParOf" srcId="{C35A3051-B96B-4AD7-9E07-9DA193293F5F}" destId="{AC402DB6-C224-426A-BEAF-9E8F62FE4BB2}" srcOrd="19" destOrd="0" presId="urn:microsoft.com/office/officeart/2005/8/layout/list1"/>
    <dgm:cxn modelId="{E0F37F3A-B35F-48C9-B01B-EA89091CB4DE}" type="presParOf" srcId="{C35A3051-B96B-4AD7-9E07-9DA193293F5F}" destId="{756F45DB-997D-4385-98BF-BA715FD45FC4}" srcOrd="20" destOrd="0" presId="urn:microsoft.com/office/officeart/2005/8/layout/list1"/>
    <dgm:cxn modelId="{80EEE27B-71AE-4AD1-B1BD-47498F14CE0B}" type="presParOf" srcId="{756F45DB-997D-4385-98BF-BA715FD45FC4}" destId="{D9490C24-6858-42F6-9015-08A1BEAE24D7}" srcOrd="0" destOrd="0" presId="urn:microsoft.com/office/officeart/2005/8/layout/list1"/>
    <dgm:cxn modelId="{27E3E0C3-6F6E-423D-BFE2-6A381DB16B14}" type="presParOf" srcId="{756F45DB-997D-4385-98BF-BA715FD45FC4}" destId="{2A0961F6-A7BC-4A9C-A844-B2C87D5285C9}" srcOrd="1" destOrd="0" presId="urn:microsoft.com/office/officeart/2005/8/layout/list1"/>
    <dgm:cxn modelId="{EDDF3B27-6AAF-4DD6-8F4C-E0EFC6FA897E}" type="presParOf" srcId="{C35A3051-B96B-4AD7-9E07-9DA193293F5F}" destId="{09B3F4B9-2EDF-459D-BBCB-97CE98D7A19F}" srcOrd="21" destOrd="0" presId="urn:microsoft.com/office/officeart/2005/8/layout/list1"/>
    <dgm:cxn modelId="{0D21084D-AB53-4A1D-958C-F534620318F3}" type="presParOf" srcId="{C35A3051-B96B-4AD7-9E07-9DA193293F5F}" destId="{43AFB5B9-1A90-4F66-AF78-AC055E45ACD9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897C8F-298D-4D77-967F-5306E937BC0F}">
      <dsp:nvSpPr>
        <dsp:cNvPr id="0" name=""/>
        <dsp:cNvSpPr/>
      </dsp:nvSpPr>
      <dsp:spPr>
        <a:xfrm>
          <a:off x="0" y="252699"/>
          <a:ext cx="7368480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594036B-D338-4FC3-B620-5F850085C665}">
      <dsp:nvSpPr>
        <dsp:cNvPr id="0" name=""/>
        <dsp:cNvSpPr/>
      </dsp:nvSpPr>
      <dsp:spPr>
        <a:xfrm>
          <a:off x="368424" y="31299"/>
          <a:ext cx="5157936" cy="442800"/>
        </a:xfrm>
        <a:prstGeom prst="roundRect">
          <a:avLst/>
        </a:prstGeom>
        <a:solidFill>
          <a:srgbClr val="0070C0"/>
        </a:soli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4958" tIns="0" rIns="194958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1" kern="1200" dirty="0">
              <a:latin typeface="Arial" pitchFamily="34" charset="0"/>
              <a:ea typeface="Lucida Sans Unicode" pitchFamily="32" charset="0"/>
              <a:cs typeface="Arial" pitchFamily="34" charset="0"/>
            </a:rPr>
            <a:t>Конечность (результативность)</a:t>
          </a:r>
          <a:endParaRPr lang="ru-RU" sz="1800" kern="1200" dirty="0">
            <a:latin typeface="Arial" pitchFamily="34" charset="0"/>
            <a:cs typeface="Arial" pitchFamily="34" charset="0"/>
          </a:endParaRPr>
        </a:p>
      </dsp:txBody>
      <dsp:txXfrm>
        <a:off x="390040" y="52915"/>
        <a:ext cx="5114704" cy="399568"/>
      </dsp:txXfrm>
    </dsp:sp>
    <dsp:sp modelId="{1E510892-F3B3-43F5-9CE7-FD2C013FB7EF}">
      <dsp:nvSpPr>
        <dsp:cNvPr id="0" name=""/>
        <dsp:cNvSpPr/>
      </dsp:nvSpPr>
      <dsp:spPr>
        <a:xfrm>
          <a:off x="0" y="933100"/>
          <a:ext cx="7368480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CE5F0C09-0AE9-4730-8918-4C82D73454D3}">
      <dsp:nvSpPr>
        <dsp:cNvPr id="0" name=""/>
        <dsp:cNvSpPr/>
      </dsp:nvSpPr>
      <dsp:spPr>
        <a:xfrm>
          <a:off x="368424" y="711699"/>
          <a:ext cx="5157936" cy="442800"/>
        </a:xfrm>
        <a:prstGeom prst="roundRect">
          <a:avLst/>
        </a:prstGeom>
        <a:solidFill>
          <a:srgbClr val="0070C0"/>
        </a:soli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4958" tIns="0" rIns="194958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1" kern="1200" dirty="0">
              <a:latin typeface="Arial" pitchFamily="34" charset="0"/>
              <a:ea typeface="Lucida Sans Unicode" pitchFamily="32" charset="0"/>
              <a:cs typeface="Arial" pitchFamily="34" charset="0"/>
            </a:rPr>
            <a:t>Дискретность</a:t>
          </a:r>
          <a:endParaRPr lang="ru-RU" sz="1800" kern="1200" dirty="0">
            <a:latin typeface="Arial" pitchFamily="34" charset="0"/>
            <a:cs typeface="Arial" pitchFamily="34" charset="0"/>
          </a:endParaRPr>
        </a:p>
      </dsp:txBody>
      <dsp:txXfrm>
        <a:off x="390040" y="733315"/>
        <a:ext cx="5114704" cy="399568"/>
      </dsp:txXfrm>
    </dsp:sp>
    <dsp:sp modelId="{EC54FAD3-BA60-4824-BD9E-D42C4CB4CDE3}">
      <dsp:nvSpPr>
        <dsp:cNvPr id="0" name=""/>
        <dsp:cNvSpPr/>
      </dsp:nvSpPr>
      <dsp:spPr>
        <a:xfrm>
          <a:off x="0" y="1613500"/>
          <a:ext cx="7368480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6DAF8BF-A520-4125-87C2-C844B5EBCC09}">
      <dsp:nvSpPr>
        <dsp:cNvPr id="0" name=""/>
        <dsp:cNvSpPr/>
      </dsp:nvSpPr>
      <dsp:spPr>
        <a:xfrm>
          <a:off x="368424" y="1392100"/>
          <a:ext cx="5157936" cy="442800"/>
        </a:xfrm>
        <a:prstGeom prst="roundRect">
          <a:avLst/>
        </a:prstGeom>
        <a:solidFill>
          <a:srgbClr val="0070C0"/>
        </a:soli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4958" tIns="0" rIns="194958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1" kern="1200" dirty="0">
              <a:latin typeface="Arial" pitchFamily="34" charset="0"/>
              <a:ea typeface="Lucida Sans Unicode" pitchFamily="32" charset="0"/>
              <a:cs typeface="Arial" pitchFamily="34" charset="0"/>
            </a:rPr>
            <a:t>Понятность</a:t>
          </a:r>
          <a:endParaRPr lang="ru-RU" sz="1800" kern="1200" dirty="0">
            <a:latin typeface="Arial" pitchFamily="34" charset="0"/>
            <a:cs typeface="Arial" pitchFamily="34" charset="0"/>
          </a:endParaRPr>
        </a:p>
      </dsp:txBody>
      <dsp:txXfrm>
        <a:off x="390040" y="1413716"/>
        <a:ext cx="5114704" cy="399568"/>
      </dsp:txXfrm>
    </dsp:sp>
    <dsp:sp modelId="{86796630-C5A6-4C2D-B41E-B46582ABEE39}">
      <dsp:nvSpPr>
        <dsp:cNvPr id="0" name=""/>
        <dsp:cNvSpPr/>
      </dsp:nvSpPr>
      <dsp:spPr>
        <a:xfrm>
          <a:off x="0" y="2293900"/>
          <a:ext cx="7368480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4AF920B-2F13-4F4F-852A-7FD843BC7FFB}">
      <dsp:nvSpPr>
        <dsp:cNvPr id="0" name=""/>
        <dsp:cNvSpPr/>
      </dsp:nvSpPr>
      <dsp:spPr>
        <a:xfrm>
          <a:off x="368424" y="2072500"/>
          <a:ext cx="5157936" cy="442800"/>
        </a:xfrm>
        <a:prstGeom prst="roundRect">
          <a:avLst/>
        </a:prstGeom>
        <a:solidFill>
          <a:srgbClr val="0070C0"/>
        </a:soli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4958" tIns="0" rIns="194958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1" kern="1200" dirty="0">
              <a:latin typeface="Arial" pitchFamily="34" charset="0"/>
              <a:cs typeface="Arial" pitchFamily="34" charset="0"/>
            </a:rPr>
            <a:t>Точность</a:t>
          </a:r>
        </a:p>
      </dsp:txBody>
      <dsp:txXfrm>
        <a:off x="390040" y="2094116"/>
        <a:ext cx="5114704" cy="399568"/>
      </dsp:txXfrm>
    </dsp:sp>
    <dsp:sp modelId="{B8DB547E-6367-4F17-A118-384F9BF40E85}">
      <dsp:nvSpPr>
        <dsp:cNvPr id="0" name=""/>
        <dsp:cNvSpPr/>
      </dsp:nvSpPr>
      <dsp:spPr>
        <a:xfrm>
          <a:off x="0" y="2974300"/>
          <a:ext cx="7368480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595167D-0D3A-4422-9BA5-310C4BB3D6E9}">
      <dsp:nvSpPr>
        <dsp:cNvPr id="0" name=""/>
        <dsp:cNvSpPr/>
      </dsp:nvSpPr>
      <dsp:spPr>
        <a:xfrm>
          <a:off x="368424" y="2752900"/>
          <a:ext cx="5157936" cy="442800"/>
        </a:xfrm>
        <a:prstGeom prst="roundRect">
          <a:avLst/>
        </a:prstGeom>
        <a:solidFill>
          <a:srgbClr val="0070C0"/>
        </a:soli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4958" tIns="0" rIns="194958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1" kern="1200" dirty="0">
              <a:latin typeface="Arial" pitchFamily="34" charset="0"/>
              <a:cs typeface="Arial" pitchFamily="34" charset="0"/>
            </a:rPr>
            <a:t>Массовость</a:t>
          </a:r>
        </a:p>
      </dsp:txBody>
      <dsp:txXfrm>
        <a:off x="390040" y="2774516"/>
        <a:ext cx="5114704" cy="399568"/>
      </dsp:txXfrm>
    </dsp:sp>
    <dsp:sp modelId="{43AFB5B9-1A90-4F66-AF78-AC055E45ACD9}">
      <dsp:nvSpPr>
        <dsp:cNvPr id="0" name=""/>
        <dsp:cNvSpPr/>
      </dsp:nvSpPr>
      <dsp:spPr>
        <a:xfrm>
          <a:off x="0" y="3654700"/>
          <a:ext cx="7368480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A0961F6-A7BC-4A9C-A844-B2C87D5285C9}">
      <dsp:nvSpPr>
        <dsp:cNvPr id="0" name=""/>
        <dsp:cNvSpPr/>
      </dsp:nvSpPr>
      <dsp:spPr>
        <a:xfrm>
          <a:off x="368424" y="3433300"/>
          <a:ext cx="5157936" cy="442800"/>
        </a:xfrm>
        <a:prstGeom prst="roundRect">
          <a:avLst/>
        </a:prstGeom>
        <a:solidFill>
          <a:srgbClr val="0070C0"/>
        </a:soli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4958" tIns="0" rIns="194958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1" kern="1200" dirty="0">
              <a:latin typeface="Arial" pitchFamily="34" charset="0"/>
              <a:ea typeface="Lucida Sans Unicode" pitchFamily="32" charset="0"/>
              <a:cs typeface="Arial" pitchFamily="34" charset="0"/>
            </a:rPr>
            <a:t>Детерминированность (определенность)</a:t>
          </a:r>
          <a:endParaRPr lang="ru-RU" sz="1800" kern="1200" dirty="0">
            <a:latin typeface="Arial" pitchFamily="34" charset="0"/>
            <a:cs typeface="Arial" pitchFamily="34" charset="0"/>
          </a:endParaRPr>
        </a:p>
      </dsp:txBody>
      <dsp:txXfrm>
        <a:off x="390040" y="3454916"/>
        <a:ext cx="5114704" cy="3995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#1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451DB1-092B-4B95-8455-D31573DBABC6}" type="datetimeFigureOut">
              <a:rPr lang="ru-RU" smtClean="0"/>
              <a:pPr/>
              <a:t>30.08.2021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0C3E04-6D3F-42BC-962E-6271C4FAE8F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1483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494099F1-DA10-4F19-9466-6B07EB5945E0}" type="slidenum">
              <a:rPr lang="ru-RU"/>
              <a:pPr/>
              <a:t>2</a:t>
            </a:fld>
            <a:endParaRPr lang="ru-RU"/>
          </a:p>
        </p:txBody>
      </p:sp>
      <p:sp>
        <p:nvSpPr>
          <p:cNvPr id="34817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47987" cy="4333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0E37BF5E-F1D7-405D-9774-33D3CFCB84A9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3884613" y="8685213"/>
            <a:ext cx="2949575" cy="434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B9600806-4D0E-43D4-A3A6-9BD5951B2BF5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54337" cy="43973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E35EF416-4E0A-4DEB-A170-978498ECC641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20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21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494099F1-DA10-4F19-9466-6B07EB5945E0}" type="slidenum">
              <a:rPr lang="ru-RU"/>
              <a:pPr/>
              <a:t>3</a:t>
            </a:fld>
            <a:endParaRPr lang="ru-RU"/>
          </a:p>
        </p:txBody>
      </p:sp>
      <p:sp>
        <p:nvSpPr>
          <p:cNvPr id="34817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47987" cy="4333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0E37BF5E-F1D7-405D-9774-33D3CFCB84A9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3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3884613" y="8685213"/>
            <a:ext cx="2949575" cy="434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B9600806-4D0E-43D4-A3A6-9BD5951B2BF5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3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54337" cy="43973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E35EF416-4E0A-4DEB-A170-978498ECC641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3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20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21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494099F1-DA10-4F19-9466-6B07EB5945E0}" type="slidenum">
              <a:rPr lang="ru-RU"/>
              <a:pPr/>
              <a:t>4</a:t>
            </a:fld>
            <a:endParaRPr lang="ru-RU"/>
          </a:p>
        </p:txBody>
      </p:sp>
      <p:sp>
        <p:nvSpPr>
          <p:cNvPr id="34817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47987" cy="4333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0E37BF5E-F1D7-405D-9774-33D3CFCB84A9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4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3884613" y="8685213"/>
            <a:ext cx="2949575" cy="434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B9600806-4D0E-43D4-A3A6-9BD5951B2BF5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4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54337" cy="43973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E35EF416-4E0A-4DEB-A170-978498ECC641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4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20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21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494099F1-DA10-4F19-9466-6B07EB5945E0}" type="slidenum">
              <a:rPr lang="ru-RU"/>
              <a:pPr/>
              <a:t>5</a:t>
            </a:fld>
            <a:endParaRPr lang="ru-RU"/>
          </a:p>
        </p:txBody>
      </p:sp>
      <p:sp>
        <p:nvSpPr>
          <p:cNvPr id="34817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47987" cy="4333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0E37BF5E-F1D7-405D-9774-33D3CFCB84A9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5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3884613" y="8685213"/>
            <a:ext cx="2949575" cy="434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B9600806-4D0E-43D4-A3A6-9BD5951B2BF5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5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54337" cy="43973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E35EF416-4E0A-4DEB-A170-978498ECC641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5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20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21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494099F1-DA10-4F19-9466-6B07EB5945E0}" type="slidenum">
              <a:rPr lang="ru-RU"/>
              <a:pPr/>
              <a:t>6</a:t>
            </a:fld>
            <a:endParaRPr lang="ru-RU"/>
          </a:p>
        </p:txBody>
      </p:sp>
      <p:sp>
        <p:nvSpPr>
          <p:cNvPr id="34817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47987" cy="4333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0E37BF5E-F1D7-405D-9774-33D3CFCB84A9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6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3884613" y="8685213"/>
            <a:ext cx="2949575" cy="434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B9600806-4D0E-43D4-A3A6-9BD5951B2BF5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6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54337" cy="43973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E35EF416-4E0A-4DEB-A170-978498ECC641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6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20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21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494099F1-DA10-4F19-9466-6B07EB5945E0}" type="slidenum">
              <a:rPr lang="ru-RU"/>
              <a:pPr/>
              <a:t>7</a:t>
            </a:fld>
            <a:endParaRPr lang="ru-RU"/>
          </a:p>
        </p:txBody>
      </p:sp>
      <p:sp>
        <p:nvSpPr>
          <p:cNvPr id="34817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47987" cy="4333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0E37BF5E-F1D7-405D-9774-33D3CFCB84A9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7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3884613" y="8685213"/>
            <a:ext cx="2949575" cy="434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B9600806-4D0E-43D4-A3A6-9BD5951B2BF5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7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54337" cy="43973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E35EF416-4E0A-4DEB-A170-978498ECC641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7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20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21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494099F1-DA10-4F19-9466-6B07EB5945E0}" type="slidenum">
              <a:rPr lang="ru-RU"/>
              <a:pPr/>
              <a:t>8</a:t>
            </a:fld>
            <a:endParaRPr lang="ru-RU"/>
          </a:p>
        </p:txBody>
      </p:sp>
      <p:sp>
        <p:nvSpPr>
          <p:cNvPr id="34817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47987" cy="4333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0E37BF5E-F1D7-405D-9774-33D3CFCB84A9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8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3884613" y="8685213"/>
            <a:ext cx="2949575" cy="434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B9600806-4D0E-43D4-A3A6-9BD5951B2BF5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8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54337" cy="43973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E35EF416-4E0A-4DEB-A170-978498ECC641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8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20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21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494099F1-DA10-4F19-9466-6B07EB5945E0}" type="slidenum">
              <a:rPr lang="ru-RU"/>
              <a:pPr/>
              <a:t>9</a:t>
            </a:fld>
            <a:endParaRPr lang="ru-RU"/>
          </a:p>
        </p:txBody>
      </p:sp>
      <p:sp>
        <p:nvSpPr>
          <p:cNvPr id="34817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47987" cy="4333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0E37BF5E-F1D7-405D-9774-33D3CFCB84A9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9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3884613" y="8685213"/>
            <a:ext cx="2949575" cy="434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B9600806-4D0E-43D4-A3A6-9BD5951B2BF5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9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54337" cy="43973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E35EF416-4E0A-4DEB-A170-978498ECC641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9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20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21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494099F1-DA10-4F19-9466-6B07EB5945E0}" type="slidenum">
              <a:rPr lang="ru-RU"/>
              <a:pPr/>
              <a:t>10</a:t>
            </a:fld>
            <a:endParaRPr lang="ru-RU"/>
          </a:p>
        </p:txBody>
      </p:sp>
      <p:sp>
        <p:nvSpPr>
          <p:cNvPr id="34817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47987" cy="4333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0E37BF5E-F1D7-405D-9774-33D3CFCB84A9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10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3884613" y="8685213"/>
            <a:ext cx="2949575" cy="434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B9600806-4D0E-43D4-A3A6-9BD5951B2BF5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10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54337" cy="43973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E35EF416-4E0A-4DEB-A170-978498ECC641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10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20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21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51F50B9-7D6D-46E3-875A-C9C880913D49}" type="slidenum">
              <a:rPr lang="ru-RU"/>
              <a:pPr/>
              <a:t>11</a:t>
            </a:fld>
            <a:endParaRPr lang="ru-RU"/>
          </a:p>
        </p:txBody>
      </p:sp>
      <p:sp>
        <p:nvSpPr>
          <p:cNvPr id="33793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47987" cy="4333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6B4597E-9300-48AF-820D-D31A2413A88A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11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3884613" y="8685213"/>
            <a:ext cx="2949575" cy="434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6426B5B4-A49F-42EF-B8C4-3E679CF0EDD6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11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54337" cy="43973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32E0AF01-544C-491B-B6A8-EF6ADBEAB625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11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6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7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0BC56E0-BCB7-4D4C-ADA6-0B886D96C381}" type="slidenum">
              <a:rPr lang="ru-RU"/>
              <a:pPr/>
              <a:t>12</a:t>
            </a:fld>
            <a:endParaRPr lang="ru-RU"/>
          </a:p>
        </p:txBody>
      </p:sp>
      <p:sp>
        <p:nvSpPr>
          <p:cNvPr id="44033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47987" cy="4333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0897BCD8-4138-48E6-B6D9-39F5CD90DC96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12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44034" name="Text Box 2"/>
          <p:cNvSpPr txBox="1">
            <a:spLocks noChangeArrowheads="1"/>
          </p:cNvSpPr>
          <p:nvPr/>
        </p:nvSpPr>
        <p:spPr bwMode="auto">
          <a:xfrm>
            <a:off x="3884613" y="8685213"/>
            <a:ext cx="2949575" cy="434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1340CDF3-3818-4738-AEA0-DE59533E52AE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12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44035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54337" cy="43973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A772F919-7ABE-4B38-B72F-08A67CDDDA45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12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44036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4588" y="685800"/>
            <a:ext cx="4562475" cy="34226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7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3FDE37C2-1CFB-4AA4-8B4E-84DAF64B21D6}" type="slidenum">
              <a:rPr lang="ru-RU"/>
              <a:pPr/>
              <a:t>13</a:t>
            </a:fld>
            <a:endParaRPr lang="ru-RU"/>
          </a:p>
        </p:txBody>
      </p:sp>
      <p:sp>
        <p:nvSpPr>
          <p:cNvPr id="46081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47987" cy="4333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00BCB87B-6C82-4C8E-A40E-8388F35D8F7A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13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46082" name="Text Box 2"/>
          <p:cNvSpPr txBox="1">
            <a:spLocks noChangeArrowheads="1"/>
          </p:cNvSpPr>
          <p:nvPr/>
        </p:nvSpPr>
        <p:spPr bwMode="auto">
          <a:xfrm>
            <a:off x="3884613" y="8685213"/>
            <a:ext cx="2949575" cy="434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9ECBA841-0B67-4B7C-AA96-59FE50D54F8C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13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46083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54337" cy="43973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31B5C9EE-C73C-40BE-97BC-89AF987E27BC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13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46084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4588" y="685800"/>
            <a:ext cx="4562475" cy="34226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5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3FDE37C2-1CFB-4AA4-8B4E-84DAF64B21D6}" type="slidenum">
              <a:rPr lang="ru-RU"/>
              <a:pPr/>
              <a:t>14</a:t>
            </a:fld>
            <a:endParaRPr lang="ru-RU"/>
          </a:p>
        </p:txBody>
      </p:sp>
      <p:sp>
        <p:nvSpPr>
          <p:cNvPr id="46081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47987" cy="4333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00BCB87B-6C82-4C8E-A40E-8388F35D8F7A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14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46082" name="Text Box 2"/>
          <p:cNvSpPr txBox="1">
            <a:spLocks noChangeArrowheads="1"/>
          </p:cNvSpPr>
          <p:nvPr/>
        </p:nvSpPr>
        <p:spPr bwMode="auto">
          <a:xfrm>
            <a:off x="3884613" y="8685213"/>
            <a:ext cx="2949575" cy="434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9ECBA841-0B67-4B7C-AA96-59FE50D54F8C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14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46083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54337" cy="43973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31B5C9EE-C73C-40BE-97BC-89AF987E27BC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14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46084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4588" y="685800"/>
            <a:ext cx="4562475" cy="34226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5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08599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B999DB25-0B34-42F9-A993-6745F82F8C13}" type="slidenum">
              <a:rPr lang="ru-RU"/>
              <a:pPr/>
              <a:t>15</a:t>
            </a:fld>
            <a:endParaRPr lang="ru-RU"/>
          </a:p>
        </p:txBody>
      </p:sp>
      <p:sp>
        <p:nvSpPr>
          <p:cNvPr id="47105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47987" cy="4333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87CD7140-BF89-4C80-AF61-D3088F966C30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15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47106" name="Text Box 2"/>
          <p:cNvSpPr txBox="1">
            <a:spLocks noChangeArrowheads="1"/>
          </p:cNvSpPr>
          <p:nvPr/>
        </p:nvSpPr>
        <p:spPr bwMode="auto">
          <a:xfrm>
            <a:off x="3884613" y="8685213"/>
            <a:ext cx="2949575" cy="434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397C9A54-1425-4B1A-B845-CEE129657127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15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47107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54337" cy="43973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85876698-27C3-49D1-9BF9-B8F0F1C87C84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15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47108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4588" y="685800"/>
            <a:ext cx="4562475" cy="34226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9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E9A752A6-9FD9-4AE9-A1CD-90FB505BD075}" type="slidenum">
              <a:rPr lang="ru-RU"/>
              <a:pPr/>
              <a:t>16</a:t>
            </a:fld>
            <a:endParaRPr lang="ru-RU"/>
          </a:p>
        </p:txBody>
      </p:sp>
      <p:sp>
        <p:nvSpPr>
          <p:cNvPr id="48129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47987" cy="4333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7E2627BB-E6E6-46F2-B187-40FE9A5D110F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16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48130" name="Text Box 2"/>
          <p:cNvSpPr txBox="1">
            <a:spLocks noChangeArrowheads="1"/>
          </p:cNvSpPr>
          <p:nvPr/>
        </p:nvSpPr>
        <p:spPr bwMode="auto">
          <a:xfrm>
            <a:off x="3884613" y="8685213"/>
            <a:ext cx="2949575" cy="434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C448CC61-9377-44AD-8427-970B957D89B2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16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48131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54337" cy="43973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BA674C49-0EC0-4D2C-99E0-F5D0B5CFBF6C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16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48132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4588" y="685800"/>
            <a:ext cx="4562475" cy="34226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3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B62EE5CC-B1AE-4F58-8D70-CB2126D0FA33}" type="slidenum">
              <a:rPr lang="ru-RU"/>
              <a:pPr/>
              <a:t>17</a:t>
            </a:fld>
            <a:endParaRPr lang="ru-RU"/>
          </a:p>
        </p:txBody>
      </p:sp>
      <p:sp>
        <p:nvSpPr>
          <p:cNvPr id="49153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47987" cy="4333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E9A74E2D-3CF7-4D5B-AB84-919AED834CDF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17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49154" name="Text Box 2"/>
          <p:cNvSpPr txBox="1">
            <a:spLocks noChangeArrowheads="1"/>
          </p:cNvSpPr>
          <p:nvPr/>
        </p:nvSpPr>
        <p:spPr bwMode="auto">
          <a:xfrm>
            <a:off x="3884613" y="8685213"/>
            <a:ext cx="2949575" cy="434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13B13232-EA47-4896-9311-C566A60F1606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17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49155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54337" cy="43973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2C38777D-2768-4CFC-8D2B-E9EBFA62AC9A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17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49156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4588" y="685800"/>
            <a:ext cx="4562475" cy="34226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22" name="Подзаголовок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A2A0F-C411-4DD9-B000-50541070904F}" type="datetimeFigureOut">
              <a:rPr lang="ru-RU" smtClean="0"/>
              <a:pPr/>
              <a:t>30.08.2021</a:t>
            </a:fld>
            <a:endParaRPr lang="ru-RU"/>
          </a:p>
        </p:txBody>
      </p:sp>
      <p:sp>
        <p:nvSpPr>
          <p:cNvPr id="20" name="Нижний колонтитул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5A79-CE74-41E1-B067-B649300B8D8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Овал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A2A0F-C411-4DD9-B000-50541070904F}" type="datetimeFigureOut">
              <a:rPr lang="ru-RU" smtClean="0"/>
              <a:pPr/>
              <a:t>30.08.2021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5A79-CE74-41E1-B067-B649300B8D8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A2A0F-C411-4DD9-B000-50541070904F}" type="datetimeFigureOut">
              <a:rPr lang="ru-RU" smtClean="0"/>
              <a:pPr/>
              <a:t>30.08.2021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5A79-CE74-41E1-B067-B649300B8D8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Прямоугольник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Овал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Овал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A2A0F-C411-4DD9-B000-50541070904F}" type="datetimeFigureOut">
              <a:rPr lang="ru-RU" smtClean="0"/>
              <a:pPr/>
              <a:t>30.08.2021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5A79-CE74-41E1-B067-B649300B8D8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A2A0F-C411-4DD9-B000-50541070904F}" type="datetimeFigureOut">
              <a:rPr lang="ru-RU" smtClean="0"/>
              <a:pPr/>
              <a:t>30.08.2021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5A79-CE74-41E1-B067-B649300B8D8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A2A0F-C411-4DD9-B000-50541070904F}" type="datetimeFigureOut">
              <a:rPr lang="ru-RU" smtClean="0"/>
              <a:pPr/>
              <a:t>30.08.2021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5A79-CE74-41E1-B067-B649300B8D8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A2A0F-C411-4DD9-B000-50541070904F}" type="datetimeFigureOut">
              <a:rPr lang="ru-RU" smtClean="0"/>
              <a:pPr/>
              <a:t>30.08.2021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5A79-CE74-41E1-B067-B649300B8D8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Прямоугольник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A2A0F-C411-4DD9-B000-50541070904F}" type="datetimeFigureOut">
              <a:rPr lang="ru-RU" smtClean="0"/>
              <a:pPr/>
              <a:t>30.08.2021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5A79-CE74-41E1-B067-B649300B8D8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A2A0F-C411-4DD9-B000-50541070904F}" type="datetimeFigureOut">
              <a:rPr lang="ru-RU" smtClean="0"/>
              <a:pPr/>
              <a:t>30.08.2021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5A79-CE74-41E1-B067-B649300B8D8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ru-RU"/>
              <a:t>Вставка рисунка</a:t>
            </a:r>
            <a:endParaRPr kumimoji="0" lang="en-US" dirty="0"/>
          </a:p>
        </p:txBody>
      </p:sp>
      <p:sp>
        <p:nvSpPr>
          <p:cNvPr id="9" name="Блок-схема: процесс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Блок-схема: процесс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A2A0F-C411-4DD9-B000-50541070904F}" type="datetimeFigureOut">
              <a:rPr lang="ru-RU" smtClean="0"/>
              <a:pPr/>
              <a:t>30.08.2021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5A79-CE74-41E1-B067-B649300B8D8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A2A0F-C411-4DD9-B000-50541070904F}" type="datetimeFigureOut">
              <a:rPr lang="ru-RU" smtClean="0"/>
              <a:pPr/>
              <a:t>30.08.2021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5A79-CE74-41E1-B067-B649300B8D8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ирог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Овал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Кольцо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9" name="Текст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  <p:sp>
        <p:nvSpPr>
          <p:cNvPr id="24" name="Дата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799A2A0F-C411-4DD9-B000-50541070904F}" type="datetimeFigureOut">
              <a:rPr lang="ru-RU" smtClean="0"/>
              <a:pPr/>
              <a:t>30.08.2021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ru-RU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86905A79-CE74-41E1-B067-B649300B8D8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5" name="Прямоугольник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7" r:id="rId1"/>
    <p:sldLayoutId id="2147483998" r:id="rId2"/>
    <p:sldLayoutId id="2147483999" r:id="rId3"/>
    <p:sldLayoutId id="2147484000" r:id="rId4"/>
    <p:sldLayoutId id="2147484001" r:id="rId5"/>
    <p:sldLayoutId id="2147484002" r:id="rId6"/>
    <p:sldLayoutId id="2147484003" r:id="rId7"/>
    <p:sldLayoutId id="2147484004" r:id="rId8"/>
    <p:sldLayoutId id="2147484005" r:id="rId9"/>
    <p:sldLayoutId id="2147484006" r:id="rId10"/>
    <p:sldLayoutId id="2147484007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47664" y="1308744"/>
            <a:ext cx="7406640" cy="1472184"/>
          </a:xfrm>
        </p:spPr>
        <p:txBody>
          <a:bodyPr>
            <a:normAutofit fontScale="90000"/>
          </a:bodyPr>
          <a:lstStyle/>
          <a:p>
            <a:pPr algn="r"/>
            <a:br>
              <a:rPr lang="ru-RU" dirty="0">
                <a:solidFill>
                  <a:srgbClr val="0070C0"/>
                </a:solidFill>
                <a:effectLst/>
                <a:latin typeface="Arial" pitchFamily="34" charset="0"/>
                <a:cs typeface="Arial" pitchFamily="34" charset="0"/>
              </a:rPr>
            </a:br>
            <a:r>
              <a:rPr lang="ru-RU" dirty="0">
                <a:solidFill>
                  <a:srgbClr val="0070C0"/>
                </a:solidFill>
                <a:effectLst/>
                <a:latin typeface="Arial" pitchFamily="34" charset="0"/>
                <a:cs typeface="Arial" pitchFamily="34" charset="0"/>
              </a:rPr>
              <a:t>Основные алгоритмические конструкции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75656" y="2900536"/>
            <a:ext cx="7406640" cy="1752600"/>
          </a:xfrm>
        </p:spPr>
        <p:txBody>
          <a:bodyPr/>
          <a:lstStyle/>
          <a:p>
            <a:pPr algn="r"/>
            <a:r>
              <a:rPr lang="ru-RU" dirty="0">
                <a:latin typeface="Arial" pitchFamily="34" charset="0"/>
                <a:cs typeface="Arial" pitchFamily="34" charset="0"/>
              </a:rPr>
              <a:t>Лекция №2</a:t>
            </a:r>
          </a:p>
        </p:txBody>
      </p:sp>
      <p:sp>
        <p:nvSpPr>
          <p:cNvPr id="23554" name="AutoShape 2" descr="ÐÐ°ÑÑÐ¸Ð½ÐºÐ¸ Ð¿Ð¾ Ð·Ð°Ð¿ÑÐ¾ÑÑ Ñ Ð¿ÑÐ¾Ð³ÑÐ°Ð¼Ð¼Ð¸ÑÐ¾Ð²Ð°Ð½Ð¸Ðµ 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3556" name="AutoShape 4" descr="ÐÐ°ÑÑÐ¸Ð½ÐºÐ¸ Ð¿Ð¾ Ð·Ð°Ð¿ÑÐ¾ÑÑ Ñ Ð¿ÑÐ¾Ð³ÑÐ°Ð¼Ð¼Ð¸ÑÐ¾Ð²Ð°Ð½Ð¸Ðµ 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3559" name="AutoShape 7" descr="ÐÐ°ÑÑÐ¸Ð½ÐºÐ¸ Ð¿Ð¾ Ð·Ð°Ð¿ÑÐ¾ÑÑ Ñ Ð¿ÑÐ¾Ð³ÑÐ°Ð¼Ð¼Ð¸ÑÐ¾Ð²Ð°Ð½Ð¸Ðµ 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Text Box 1"/>
          <p:cNvSpPr txBox="1">
            <a:spLocks noChangeArrowheads="1"/>
          </p:cNvSpPr>
          <p:nvPr/>
        </p:nvSpPr>
        <p:spPr bwMode="auto">
          <a:xfrm>
            <a:off x="1331640" y="228600"/>
            <a:ext cx="6878910" cy="914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4200" b="1" dirty="0">
                <a:solidFill>
                  <a:srgbClr val="0070C0"/>
                </a:solidFill>
                <a:latin typeface="Arial" pitchFamily="34" charset="0"/>
                <a:ea typeface="Lucida Sans Unicode" pitchFamily="32" charset="0"/>
                <a:cs typeface="Arial" pitchFamily="34" charset="0"/>
              </a:rPr>
              <a:t>Программа</a:t>
            </a:r>
          </a:p>
        </p:txBody>
      </p:sp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1259632" y="1511349"/>
            <a:ext cx="7344618" cy="501399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r>
              <a:rPr lang="ru-RU" sz="26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Программа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 – это последовательность инструкций, предназначенная для исполнения вычислительной машиной. </a:t>
            </a:r>
          </a:p>
          <a:p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Все программы по характеру использования и категориям пользователей можно разделить на 2 класса: </a:t>
            </a:r>
          </a:p>
          <a:p>
            <a:pPr>
              <a:buFont typeface="Arial" pitchFamily="34" charset="0"/>
              <a:buChar char="•"/>
            </a:pP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утилитарные программы;</a:t>
            </a:r>
          </a:p>
          <a:p>
            <a:pPr>
              <a:buFont typeface="Arial" pitchFamily="34" charset="0"/>
              <a:buChar char="•"/>
            </a:pP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программные продукты (изделия).</a:t>
            </a:r>
          </a:p>
          <a:p>
            <a:endParaRPr lang="ru-RU" sz="2600" dirty="0">
              <a:solidFill>
                <a:schemeClr val="accent1">
                  <a:lumMod val="1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Text Box 1"/>
          <p:cNvSpPr txBox="1">
            <a:spLocks noChangeArrowheads="1"/>
          </p:cNvSpPr>
          <p:nvPr/>
        </p:nvSpPr>
        <p:spPr bwMode="auto">
          <a:xfrm>
            <a:off x="1331640" y="228600"/>
            <a:ext cx="6878910" cy="914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4200" b="1" dirty="0">
                <a:solidFill>
                  <a:srgbClr val="0070C0"/>
                </a:solidFill>
                <a:latin typeface="Arial" pitchFamily="34" charset="0"/>
                <a:ea typeface="Lucida Sans Unicode" pitchFamily="32" charset="0"/>
                <a:cs typeface="Arial" pitchFamily="34" charset="0"/>
              </a:rPr>
              <a:t>Программа</a:t>
            </a:r>
          </a:p>
        </p:txBody>
      </p:sp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1259632" y="1511349"/>
            <a:ext cx="7344618" cy="501399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r>
              <a:rPr lang="ru-RU" sz="26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Утилитарные программы 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– это программы, предназначенные для удовлетворения нужд их разработчиков. Обычно такие программы решают задачи, не предназначенные для широкого распространения. </a:t>
            </a:r>
          </a:p>
          <a:p>
            <a:r>
              <a:rPr lang="ru-RU" sz="26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Программный продукт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– это комплекс взаимосвязанных программ, предназначенный для поставки, передачи, продажи пользователю.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Text Box 1"/>
          <p:cNvSpPr txBox="1">
            <a:spLocks noChangeArrowheads="1"/>
          </p:cNvSpPr>
          <p:nvPr/>
        </p:nvSpPr>
        <p:spPr bwMode="auto">
          <a:xfrm>
            <a:off x="1331640" y="228600"/>
            <a:ext cx="6878910" cy="914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4200" b="1" dirty="0">
                <a:solidFill>
                  <a:srgbClr val="0070C0"/>
                </a:solidFill>
                <a:latin typeface="Arial" pitchFamily="34" charset="0"/>
                <a:ea typeface="Lucida Sans Unicode" pitchFamily="32" charset="0"/>
                <a:cs typeface="Arial" pitchFamily="34" charset="0"/>
              </a:rPr>
              <a:t>Характеристики программного продукта</a:t>
            </a:r>
          </a:p>
        </p:txBody>
      </p:sp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1259632" y="1412776"/>
            <a:ext cx="7884368" cy="501399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indent="263525">
              <a:buFont typeface="Arial" pitchFamily="34" charset="0"/>
              <a:buChar char="•"/>
            </a:pPr>
            <a:r>
              <a:rPr lang="ru-RU" sz="26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эффективность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 - соответствие требованиям пользователя при минимальных требованиях к ресурсам;</a:t>
            </a:r>
          </a:p>
          <a:p>
            <a:pPr indent="263525">
              <a:buFont typeface="Arial" pitchFamily="34" charset="0"/>
              <a:buChar char="•"/>
            </a:pPr>
            <a:r>
              <a:rPr lang="ru-RU" sz="26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надежность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 - отсутствие отказов, обеспечение работоспособности продукта;</a:t>
            </a:r>
          </a:p>
          <a:p>
            <a:pPr indent="263525">
              <a:buFont typeface="Arial" pitchFamily="34" charset="0"/>
              <a:buChar char="•"/>
            </a:pPr>
            <a:r>
              <a:rPr lang="ru-RU" sz="26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удобство использования 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- наличие дружественного интерфейса, системы помощи, обучающей системы, хорошей документации;</a:t>
            </a:r>
          </a:p>
          <a:p>
            <a:pPr indent="263525">
              <a:buFont typeface="Arial" pitchFamily="34" charset="0"/>
              <a:buChar char="•"/>
            </a:pPr>
            <a:r>
              <a:rPr lang="ru-RU" sz="26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мобильность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 - независимость от ОС и аппаратный средств;</a:t>
            </a:r>
          </a:p>
          <a:p>
            <a:pPr indent="263525">
              <a:buFont typeface="Arial" pitchFamily="34" charset="0"/>
              <a:buChar char="•"/>
            </a:pPr>
            <a:r>
              <a:rPr lang="ru-RU" sz="2600" b="1" dirty="0" err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коммуникативность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 - возможность интеграции с другими программными продуктами;</a:t>
            </a:r>
          </a:p>
          <a:p>
            <a:pPr indent="263525">
              <a:buFont typeface="Arial" pitchFamily="34" charset="0"/>
              <a:buChar char="•"/>
            </a:pPr>
            <a:r>
              <a:rPr lang="ru-RU" sz="26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стоимость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Text Box 1"/>
          <p:cNvSpPr txBox="1">
            <a:spLocks noChangeArrowheads="1"/>
          </p:cNvSpPr>
          <p:nvPr/>
        </p:nvSpPr>
        <p:spPr bwMode="auto">
          <a:xfrm>
            <a:off x="1331640" y="228600"/>
            <a:ext cx="7488832" cy="914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4200" b="1" dirty="0">
                <a:solidFill>
                  <a:srgbClr val="0070C0"/>
                </a:solidFill>
                <a:latin typeface="Arial" pitchFamily="34" charset="0"/>
                <a:ea typeface="Lucida Sans Unicode" pitchFamily="32" charset="0"/>
                <a:cs typeface="Arial" pitchFamily="34" charset="0"/>
              </a:rPr>
              <a:t>Основные этапы решения задач на компьютере</a:t>
            </a:r>
          </a:p>
        </p:txBody>
      </p:sp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1331838" y="1583357"/>
            <a:ext cx="7344618" cy="501399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indent="182563">
              <a:buAutoNum type="arabicPeriod"/>
            </a:pP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 Постановка задачи;</a:t>
            </a:r>
          </a:p>
          <a:p>
            <a:pPr indent="182563">
              <a:buAutoNum type="arabicPeriod"/>
            </a:pP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 Анализ и исследование задачи, модели;</a:t>
            </a:r>
          </a:p>
          <a:p>
            <a:pPr indent="182563">
              <a:buAutoNum type="arabicPeriod"/>
            </a:pP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 Разработка алгоритма;</a:t>
            </a:r>
          </a:p>
          <a:p>
            <a:pPr indent="182563">
              <a:buAutoNum type="arabicPeriod"/>
            </a:pP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 Программирование;</a:t>
            </a:r>
          </a:p>
          <a:p>
            <a:pPr indent="182563">
              <a:buAutoNum type="arabicPeriod"/>
            </a:pP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 Тестирование и отладка.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Text Box 1"/>
          <p:cNvSpPr txBox="1">
            <a:spLocks noChangeArrowheads="1"/>
          </p:cNvSpPr>
          <p:nvPr/>
        </p:nvSpPr>
        <p:spPr bwMode="auto">
          <a:xfrm>
            <a:off x="1331640" y="228600"/>
            <a:ext cx="7488832" cy="914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4200" b="1" dirty="0">
                <a:solidFill>
                  <a:srgbClr val="0070C0"/>
                </a:solidFill>
                <a:latin typeface="Arial" pitchFamily="34" charset="0"/>
                <a:ea typeface="Lucida Sans Unicode" pitchFamily="32" charset="0"/>
                <a:cs typeface="Arial" pitchFamily="34" charset="0"/>
              </a:rPr>
              <a:t>Постановка задачи</a:t>
            </a:r>
          </a:p>
        </p:txBody>
      </p:sp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1259632" y="1340768"/>
            <a:ext cx="7344618" cy="501399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• сбор информации о задаче;</a:t>
            </a:r>
          </a:p>
          <a:p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• формулировка условия задачи;</a:t>
            </a:r>
          </a:p>
          <a:p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• определение конечных целей решения задачи;</a:t>
            </a:r>
          </a:p>
          <a:p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• определение формы выдачи результатов;</a:t>
            </a:r>
          </a:p>
          <a:p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• описание данных (их типов, диапазонов величин, структуры и т. п.).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Text Box 1"/>
          <p:cNvSpPr txBox="1">
            <a:spLocks noChangeArrowheads="1"/>
          </p:cNvSpPr>
          <p:nvPr/>
        </p:nvSpPr>
        <p:spPr bwMode="auto">
          <a:xfrm>
            <a:off x="1331640" y="354360"/>
            <a:ext cx="7488832" cy="914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4200" b="1" dirty="0">
                <a:solidFill>
                  <a:srgbClr val="0070C0"/>
                </a:solidFill>
                <a:latin typeface="Arial" pitchFamily="34" charset="0"/>
                <a:ea typeface="Lucida Sans Unicode" pitchFamily="32" charset="0"/>
                <a:cs typeface="Arial" pitchFamily="34" charset="0"/>
              </a:rPr>
              <a:t>Анализ и исследование задачи, модели</a:t>
            </a:r>
          </a:p>
        </p:txBody>
      </p:sp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1259632" y="1655365"/>
            <a:ext cx="7344618" cy="501399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• анализ существующих аналогов;</a:t>
            </a:r>
          </a:p>
          <a:p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• анализ технических и программных средств;</a:t>
            </a:r>
          </a:p>
          <a:p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• разработка математической модели;</a:t>
            </a:r>
          </a:p>
          <a:p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• разработка структур данных.</a:t>
            </a:r>
          </a:p>
          <a:p>
            <a:endParaRPr lang="ru-RU" sz="2600" dirty="0">
              <a:solidFill>
                <a:schemeClr val="accent1">
                  <a:lumMod val="1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Text Box 1"/>
          <p:cNvSpPr txBox="1">
            <a:spLocks noChangeArrowheads="1"/>
          </p:cNvSpPr>
          <p:nvPr/>
        </p:nvSpPr>
        <p:spPr bwMode="auto">
          <a:xfrm>
            <a:off x="1331640" y="228600"/>
            <a:ext cx="7488832" cy="914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4200" b="1" dirty="0">
                <a:solidFill>
                  <a:srgbClr val="0070C0"/>
                </a:solidFill>
                <a:latin typeface="Arial" pitchFamily="34" charset="0"/>
                <a:ea typeface="Lucida Sans Unicode" pitchFamily="32" charset="0"/>
                <a:cs typeface="Arial" pitchFamily="34" charset="0"/>
              </a:rPr>
              <a:t>Разработка алгоритма</a:t>
            </a:r>
          </a:p>
        </p:txBody>
      </p:sp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1259632" y="1340768"/>
            <a:ext cx="7344618" cy="501399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• выбор метода проектирования алгоритма;</a:t>
            </a:r>
          </a:p>
          <a:p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• выбор формы записи алгоритма (блок-схемы, псевдокод и др.);</a:t>
            </a:r>
          </a:p>
          <a:p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• выбор тестов и метода тестирования;</a:t>
            </a:r>
          </a:p>
          <a:p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• проектирование алгоритма.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Text Box 1"/>
          <p:cNvSpPr txBox="1">
            <a:spLocks noChangeArrowheads="1"/>
          </p:cNvSpPr>
          <p:nvPr/>
        </p:nvSpPr>
        <p:spPr bwMode="auto">
          <a:xfrm>
            <a:off x="1331640" y="228600"/>
            <a:ext cx="7488832" cy="914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4200" b="1" dirty="0">
                <a:solidFill>
                  <a:srgbClr val="0070C0"/>
                </a:solidFill>
                <a:latin typeface="Arial" pitchFamily="34" charset="0"/>
                <a:ea typeface="Lucida Sans Unicode" pitchFamily="32" charset="0"/>
                <a:cs typeface="Arial" pitchFamily="34" charset="0"/>
              </a:rPr>
              <a:t>Программирование</a:t>
            </a:r>
          </a:p>
        </p:txBody>
      </p:sp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1259632" y="1340768"/>
            <a:ext cx="7344618" cy="501399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• выбор языка программирования;</a:t>
            </a:r>
          </a:p>
          <a:p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• уточнение способов организации данных;</a:t>
            </a:r>
          </a:p>
          <a:p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• запись алгоритма на выбранном языке</a:t>
            </a:r>
          </a:p>
          <a:p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Программирования.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Text Box 1"/>
          <p:cNvSpPr txBox="1">
            <a:spLocks noChangeArrowheads="1"/>
          </p:cNvSpPr>
          <p:nvPr/>
        </p:nvSpPr>
        <p:spPr bwMode="auto">
          <a:xfrm>
            <a:off x="1331640" y="228600"/>
            <a:ext cx="7488832" cy="914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4200" b="1" dirty="0">
                <a:solidFill>
                  <a:srgbClr val="0070C0"/>
                </a:solidFill>
                <a:latin typeface="Arial" pitchFamily="34" charset="0"/>
                <a:ea typeface="Lucida Sans Unicode" pitchFamily="32" charset="0"/>
                <a:cs typeface="Arial" pitchFamily="34" charset="0"/>
              </a:rPr>
              <a:t>Тестирование</a:t>
            </a:r>
          </a:p>
        </p:txBody>
      </p:sp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1259632" y="1340768"/>
            <a:ext cx="7344618" cy="501399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• синтаксическая отладка;</a:t>
            </a:r>
          </a:p>
          <a:p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• отладка семантики и логической структуры;</a:t>
            </a:r>
          </a:p>
          <a:p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• тестовые расчеты и анализ результатов тестирования;</a:t>
            </a:r>
          </a:p>
          <a:p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• совершенствование программы.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Text Box 1"/>
          <p:cNvSpPr txBox="1">
            <a:spLocks noChangeArrowheads="1"/>
          </p:cNvSpPr>
          <p:nvPr/>
        </p:nvSpPr>
        <p:spPr bwMode="auto">
          <a:xfrm>
            <a:off x="1331640" y="228600"/>
            <a:ext cx="7560840" cy="914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4200" b="1" dirty="0">
                <a:solidFill>
                  <a:srgbClr val="0070C0"/>
                </a:solidFill>
                <a:latin typeface="Arial" pitchFamily="34" charset="0"/>
                <a:ea typeface="Lucida Sans Unicode" pitchFamily="32" charset="0"/>
                <a:cs typeface="Arial" pitchFamily="34" charset="0"/>
              </a:rPr>
              <a:t>Алгоритм</a:t>
            </a:r>
          </a:p>
        </p:txBody>
      </p:sp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1259632" y="1295400"/>
            <a:ext cx="7704856" cy="47355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>
              <a:defRPr/>
            </a:pPr>
            <a:r>
              <a:rPr lang="ru-RU" sz="26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Алгоритм</a:t>
            </a:r>
            <a:r>
              <a:rPr lang="ru-RU" sz="26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600" dirty="0">
                <a:solidFill>
                  <a:schemeClr val="tx1">
                    <a:lumMod val="50000"/>
                  </a:schemeClr>
                </a:solidFill>
                <a:latin typeface="Arial" pitchFamily="34" charset="0"/>
                <a:ea typeface="Lucida Sans Unicode" pitchFamily="32" charset="0"/>
                <a:cs typeface="Arial" pitchFamily="34" charset="0"/>
              </a:rPr>
              <a:t>— это точное описание порядка действий, которые должен выполнить исполнитель для решения задачи за конечное время.</a:t>
            </a:r>
          </a:p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ru-RU" sz="2600" dirty="0">
              <a:solidFill>
                <a:schemeClr val="tx1">
                  <a:lumMod val="50000"/>
                </a:schemeClr>
              </a:solidFill>
              <a:latin typeface="Arial" pitchFamily="34" charset="0"/>
              <a:ea typeface="Lucida Sans Unicode" pitchFamily="32" charset="0"/>
              <a:cs typeface="Arial" pitchFamily="34" charset="0"/>
            </a:endParaRPr>
          </a:p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2600" dirty="0">
                <a:solidFill>
                  <a:schemeClr val="tx1">
                    <a:lumMod val="50000"/>
                  </a:schemeClr>
                </a:solidFill>
                <a:latin typeface="Arial" pitchFamily="34" charset="0"/>
                <a:ea typeface="Lucida Sans Unicode" pitchFamily="32" charset="0"/>
                <a:cs typeface="Arial" pitchFamily="34" charset="0"/>
              </a:rPr>
              <a:t>В программировании в качестве исполнителя алгоритма выступает компьютер. Он работает с различными информационными объектами: числами, символами, кодами и др., поэтому алгоритмы, предназначенные для управления компьютером, называются </a:t>
            </a:r>
            <a:r>
              <a:rPr lang="ru-RU" sz="2600" b="1" dirty="0">
                <a:solidFill>
                  <a:srgbClr val="0070C0"/>
                </a:solidFill>
                <a:latin typeface="Arial" pitchFamily="34" charset="0"/>
                <a:ea typeface="Lucida Sans Unicode" pitchFamily="32" charset="0"/>
                <a:cs typeface="Arial" pitchFamily="34" charset="0"/>
              </a:rPr>
              <a:t>алгоритмами                работы с величинами</a:t>
            </a:r>
            <a:r>
              <a:rPr lang="ru-RU" sz="2600" dirty="0">
                <a:solidFill>
                  <a:srgbClr val="0070C0"/>
                </a:solidFill>
                <a:latin typeface="Arial" pitchFamily="34" charset="0"/>
                <a:ea typeface="Lucida Sans Unicode" pitchFamily="32" charset="0"/>
                <a:cs typeface="Arial" pitchFamily="34" charset="0"/>
              </a:rPr>
              <a:t>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ext Box 1"/>
          <p:cNvSpPr txBox="1">
            <a:spLocks noChangeArrowheads="1"/>
          </p:cNvSpPr>
          <p:nvPr/>
        </p:nvSpPr>
        <p:spPr bwMode="auto">
          <a:xfrm>
            <a:off x="1331640" y="-38100"/>
            <a:ext cx="7128148" cy="13747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4200" b="1" dirty="0">
                <a:solidFill>
                  <a:srgbClr val="0070C0"/>
                </a:solidFill>
                <a:latin typeface="Arial" pitchFamily="34" charset="0"/>
                <a:ea typeface="Lucida Sans Unicode" pitchFamily="32" charset="0"/>
                <a:cs typeface="Arial" pitchFamily="34" charset="0"/>
              </a:rPr>
              <a:t>Свойства алгоритма</a:t>
            </a:r>
          </a:p>
        </p:txBody>
      </p:sp>
      <p:graphicFrame>
        <p:nvGraphicFramePr>
          <p:cNvPr id="7" name="Схема 6"/>
          <p:cNvGraphicFramePr/>
          <p:nvPr>
            <p:extLst>
              <p:ext uri="{D42A27DB-BD31-4B8C-83A1-F6EECF244321}">
                <p14:modId xmlns:p14="http://schemas.microsoft.com/office/powerpoint/2010/main" val="1649364427"/>
              </p:ext>
            </p:extLst>
          </p:nvPr>
        </p:nvGraphicFramePr>
        <p:xfrm>
          <a:off x="1403648" y="1628800"/>
          <a:ext cx="736848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ext Box 1"/>
          <p:cNvSpPr txBox="1">
            <a:spLocks noChangeArrowheads="1"/>
          </p:cNvSpPr>
          <p:nvPr/>
        </p:nvSpPr>
        <p:spPr bwMode="auto">
          <a:xfrm>
            <a:off x="1259632" y="-38100"/>
            <a:ext cx="7200156" cy="13747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4000" b="1" dirty="0">
                <a:solidFill>
                  <a:srgbClr val="0070C0"/>
                </a:solidFill>
                <a:latin typeface="Arial" pitchFamily="34" charset="0"/>
                <a:ea typeface="Lucida Sans Unicode" pitchFamily="32" charset="0"/>
                <a:cs typeface="Arial" pitchFamily="34" charset="0"/>
              </a:rPr>
              <a:t>Свойства алгоритма 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953AB7F-8382-4698-8E0D-B34E998F1186}"/>
              </a:ext>
            </a:extLst>
          </p:cNvPr>
          <p:cNvSpPr/>
          <p:nvPr/>
        </p:nvSpPr>
        <p:spPr>
          <a:xfrm>
            <a:off x="1115616" y="1196752"/>
            <a:ext cx="7848872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</a:rPr>
              <a:t>Конечность (</a:t>
            </a:r>
            <a:r>
              <a:rPr lang="ru-RU" sz="1600" b="1" dirty="0" err="1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</a:rPr>
              <a:t>завершаемость</a:t>
            </a:r>
            <a:r>
              <a:rPr lang="ru-RU" sz="1600" b="1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</a:rPr>
              <a:t>) </a:t>
            </a:r>
            <a:r>
              <a:rPr lang="ru-RU" sz="1600" dirty="0">
                <a:solidFill>
                  <a:srgbClr val="000000"/>
                </a:solidFill>
                <a:latin typeface="Calibri" panose="020F0502020204030204" pitchFamily="34" charset="0"/>
              </a:rPr>
              <a:t>— при корректно заданных исходных данных алгоритм должен завершать работу и выдавать результат за конечное число шагов. С другой стороны, вероятностный алгоритм может и никогда не выдать результат, но вероятность этого равна 0.</a:t>
            </a:r>
            <a:br>
              <a:rPr lang="ru-RU" sz="1600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ru-RU" sz="1600" b="1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</a:rPr>
              <a:t>Результативность </a:t>
            </a:r>
            <a:r>
              <a:rPr lang="ru-RU" sz="1600" dirty="0">
                <a:solidFill>
                  <a:srgbClr val="000000"/>
                </a:solidFill>
                <a:latin typeface="Calibri" panose="020F0502020204030204" pitchFamily="34" charset="0"/>
              </a:rPr>
              <a:t>— завершение алгоритма определёнными результатами.</a:t>
            </a:r>
            <a:r>
              <a:rPr lang="ru-RU" sz="1600" dirty="0"/>
              <a:t> </a:t>
            </a:r>
            <a:endParaRPr lang="ru-RU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ru-RU" sz="1600" b="1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</a:rPr>
              <a:t>Дискретность </a:t>
            </a:r>
            <a:r>
              <a:rPr lang="ru-RU" sz="1600" dirty="0">
                <a:solidFill>
                  <a:srgbClr val="000000"/>
                </a:solidFill>
                <a:latin typeface="Calibri" panose="020F0502020204030204" pitchFamily="34" charset="0"/>
              </a:rPr>
              <a:t>— алгоритм должен представлять процесс решения задачи как последовательное выполнение некоторых простых шагов. При этом для выполнения каждого шага алгоритма требуется конечный отрезок времени, то есть преобразование исходных данных в результат осуществляется во времени дискретно.</a:t>
            </a:r>
          </a:p>
          <a:p>
            <a:r>
              <a:rPr lang="ru-RU" sz="1600" b="1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</a:rPr>
              <a:t>Понятность</a:t>
            </a:r>
            <a:r>
              <a:rPr lang="ru-RU" sz="1600" dirty="0">
                <a:solidFill>
                  <a:srgbClr val="000000"/>
                </a:solidFill>
                <a:latin typeface="Calibri" panose="020F0502020204030204" pitchFamily="34" charset="0"/>
              </a:rPr>
              <a:t> — алгоритм должен включать только те команды, которые доступны исполнителю и входят в его систему команд.</a:t>
            </a:r>
            <a:br>
              <a:rPr lang="ru-RU" sz="1600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ru-RU" sz="1600" b="1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</a:rPr>
              <a:t>Точность </a:t>
            </a:r>
            <a:r>
              <a:rPr lang="ru-RU" sz="1600" dirty="0">
                <a:solidFill>
                  <a:srgbClr val="000000"/>
                </a:solidFill>
                <a:latin typeface="Calibri" panose="020F0502020204030204" pitchFamily="34" charset="0"/>
              </a:rPr>
              <a:t>алгоритма означает, что каждая команда должна пониматься однозначно;</a:t>
            </a:r>
          </a:p>
          <a:p>
            <a:r>
              <a:rPr lang="ru-RU" sz="1600" b="1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</a:rPr>
              <a:t>Массовость (универсальность). </a:t>
            </a:r>
            <a:r>
              <a:rPr lang="ru-RU" sz="1600" dirty="0">
                <a:solidFill>
                  <a:srgbClr val="000000"/>
                </a:solidFill>
                <a:latin typeface="Calibri" panose="020F0502020204030204" pitchFamily="34" charset="0"/>
              </a:rPr>
              <a:t>Алгоритм должен быть применим к разным наборам исходных данных.</a:t>
            </a:r>
            <a:br>
              <a:rPr lang="ru-RU" sz="1600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ru-RU" sz="1600" b="1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</a:rPr>
              <a:t>Детерминированность (определённость). </a:t>
            </a:r>
            <a:r>
              <a:rPr lang="ru-RU" sz="1600" dirty="0">
                <a:solidFill>
                  <a:srgbClr val="000000"/>
                </a:solidFill>
                <a:latin typeface="Calibri" panose="020F0502020204030204" pitchFamily="34" charset="0"/>
              </a:rPr>
              <a:t>В каждый момент времени следующий шаг работы однозначно определяется состоянием системы. Таким образом, алгоритм выдаёт один и тот же результат (ответ) для одних и тех же исходных данных. С другой стороны, существуют вероятностные алгоритмы, в которых следующий шаг работы зависит от текущего состояния системы и генерируемого случайного числа. Однако при включении метода генерации случайных чисел в список «исходных данных», вероятностный алгоритм становится подвидом обычного.</a:t>
            </a:r>
            <a:endParaRPr lang="ru-RU" sz="1600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ext Box 1"/>
          <p:cNvSpPr txBox="1">
            <a:spLocks noChangeArrowheads="1"/>
          </p:cNvSpPr>
          <p:nvPr/>
        </p:nvSpPr>
        <p:spPr bwMode="auto">
          <a:xfrm>
            <a:off x="1259632" y="-38100"/>
            <a:ext cx="7200156" cy="13747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4200" b="1" dirty="0">
                <a:solidFill>
                  <a:srgbClr val="0070C0"/>
                </a:solidFill>
                <a:latin typeface="Arial" pitchFamily="34" charset="0"/>
                <a:ea typeface="Lucida Sans Unicode" pitchFamily="32" charset="0"/>
                <a:cs typeface="Arial" pitchFamily="34" charset="0"/>
              </a:rPr>
              <a:t>Формы записи алгоритма</a:t>
            </a:r>
          </a:p>
        </p:txBody>
      </p:sp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1331640" y="1268413"/>
            <a:ext cx="7344048" cy="47863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2600" b="1" dirty="0">
                <a:solidFill>
                  <a:srgbClr val="0070C0"/>
                </a:solidFill>
                <a:latin typeface="Arial" pitchFamily="34" charset="0"/>
                <a:ea typeface="Lucida Sans Unicode" pitchFamily="32" charset="0"/>
                <a:cs typeface="Arial" pitchFamily="34" charset="0"/>
              </a:rPr>
              <a:t>Словесная</a:t>
            </a:r>
            <a:r>
              <a:rPr lang="ru-RU" sz="2600" dirty="0">
                <a:solidFill>
                  <a:srgbClr val="000000"/>
                </a:solidFill>
                <a:latin typeface="Arial" pitchFamily="34" charset="0"/>
                <a:ea typeface="Lucida Sans Unicode" pitchFamily="32" charset="0"/>
                <a:cs typeface="Arial" pitchFamily="34" charset="0"/>
              </a:rPr>
              <a:t> - запись на естественном языке.</a:t>
            </a:r>
          </a:p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2600" b="1" dirty="0">
                <a:solidFill>
                  <a:srgbClr val="0070C0"/>
                </a:solidFill>
                <a:latin typeface="Arial" pitchFamily="34" charset="0"/>
                <a:ea typeface="Lucida Sans Unicode" pitchFamily="32" charset="0"/>
                <a:cs typeface="Arial" pitchFamily="34" charset="0"/>
              </a:rPr>
              <a:t>Пример:</a:t>
            </a:r>
            <a:endParaRPr lang="ru-RU" sz="3000" b="1" dirty="0">
              <a:solidFill>
                <a:srgbClr val="0070C0"/>
              </a:solidFill>
              <a:ea typeface="Lucida Sans Unicode" pitchFamily="32" charset="0"/>
              <a:cs typeface="Lucida Sans Unicode" pitchFamily="32" charset="0"/>
            </a:endParaRPr>
          </a:p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ru-RU" sz="3000" b="1" dirty="0">
              <a:solidFill>
                <a:srgbClr val="0070C0"/>
              </a:solidFill>
              <a:ea typeface="Lucida Sans Unicode" pitchFamily="32" charset="0"/>
              <a:cs typeface="Lucida Sans Unicode" pitchFamily="32" charset="0"/>
            </a:endParaRP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2555776" y="2564904"/>
            <a:ext cx="4680520" cy="2736304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975" indent="1588">
              <a:spcAft>
                <a:spcPts val="0"/>
              </a:spcAft>
              <a:defRPr/>
            </a:pPr>
            <a:r>
              <a:rPr lang="ru-RU" sz="2600" b="1" kern="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установить соединение</a:t>
            </a:r>
          </a:p>
          <a:p>
            <a:pPr marL="180975" indent="1588">
              <a:spcAft>
                <a:spcPts val="0"/>
              </a:spcAft>
              <a:defRPr/>
            </a:pPr>
            <a:r>
              <a:rPr lang="ru-RU" sz="2600" b="1" kern="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пока не принята команда «стоп»</a:t>
            </a:r>
          </a:p>
          <a:p>
            <a:pPr marL="627063" indent="1588">
              <a:spcAft>
                <a:spcPts val="0"/>
              </a:spcAft>
              <a:defRPr/>
            </a:pPr>
            <a:r>
              <a:rPr lang="ru-RU" sz="2600" b="1" kern="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принять команду</a:t>
            </a:r>
          </a:p>
          <a:p>
            <a:pPr marL="627063" lvl="1" indent="1588">
              <a:defRPr/>
            </a:pPr>
            <a:r>
              <a:rPr lang="ru-RU" sz="2600" b="1" kern="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выполнить команду  </a:t>
            </a:r>
          </a:p>
          <a:p>
            <a:pPr marL="180975" indent="1588">
              <a:spcAft>
                <a:spcPts val="0"/>
              </a:spcAft>
              <a:defRPr/>
            </a:pPr>
            <a:r>
              <a:rPr lang="ru-RU" sz="2600" b="1" kern="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завершить сеанс связи</a:t>
            </a:r>
            <a:endParaRPr lang="ru-RU" sz="26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293398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1331640" y="1341438"/>
            <a:ext cx="2592288" cy="47863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2600" b="1" dirty="0">
                <a:solidFill>
                  <a:srgbClr val="0070C0"/>
                </a:solidFill>
                <a:latin typeface="Arial" pitchFamily="34" charset="0"/>
                <a:ea typeface="Lucida Sans Unicode" pitchFamily="32" charset="0"/>
                <a:cs typeface="Arial" pitchFamily="34" charset="0"/>
              </a:rPr>
              <a:t>Графическая</a:t>
            </a:r>
            <a:r>
              <a:rPr lang="ru-RU" sz="2600" dirty="0">
                <a:solidFill>
                  <a:srgbClr val="000000"/>
                </a:solidFill>
                <a:latin typeface="Arial" pitchFamily="34" charset="0"/>
                <a:ea typeface="Lucida Sans Unicode" pitchFamily="32" charset="0"/>
                <a:cs typeface="Arial" pitchFamily="34" charset="0"/>
              </a:rPr>
              <a:t> - изображения из графических символов.</a:t>
            </a:r>
          </a:p>
          <a:p>
            <a: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ru-RU" sz="2600" dirty="0">
              <a:solidFill>
                <a:srgbClr val="000000"/>
              </a:solidFill>
              <a:latin typeface="Arial" pitchFamily="34" charset="0"/>
              <a:ea typeface="Lucida Sans Unicode" pitchFamily="32" charset="0"/>
              <a:cs typeface="Arial" pitchFamily="34" charset="0"/>
            </a:endParaRPr>
          </a:p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ru-RU" sz="3000" dirty="0">
              <a:solidFill>
                <a:srgbClr val="000000"/>
              </a:solidFill>
              <a:ea typeface="Lucida Sans Unicode" pitchFamily="32" charset="0"/>
              <a:cs typeface="Lucida Sans Unicode" pitchFamily="32" charset="0"/>
            </a:endParaRPr>
          </a:p>
        </p:txBody>
      </p:sp>
      <p:sp>
        <p:nvSpPr>
          <p:cNvPr id="6" name="Text Box 1"/>
          <p:cNvSpPr txBox="1">
            <a:spLocks noChangeArrowheads="1"/>
          </p:cNvSpPr>
          <p:nvPr/>
        </p:nvSpPr>
        <p:spPr bwMode="auto">
          <a:xfrm>
            <a:off x="1259632" y="-38100"/>
            <a:ext cx="7200156" cy="13747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4200" b="1" dirty="0">
                <a:solidFill>
                  <a:srgbClr val="0070C0"/>
                </a:solidFill>
                <a:latin typeface="Arial" pitchFamily="34" charset="0"/>
                <a:ea typeface="Lucida Sans Unicode" pitchFamily="32" charset="0"/>
                <a:cs typeface="Arial" pitchFamily="34" charset="0"/>
              </a:rPr>
              <a:t>Формы записи алгоритма</a:t>
            </a:r>
          </a:p>
        </p:txBody>
      </p:sp>
      <p:sp>
        <p:nvSpPr>
          <p:cNvPr id="44034" name="AutoShape 2" descr="https://lh6.googleusercontent.com/jAgTC_Cb61FOv5EoR9udiYm5U5AXC7ysUXEgjfAxpR5p6qSe0Wkz5pqArsp2nXKVHm-yz0X4Rbea8dGNoTG6p-yanQw7MHMI1vcSQRe_Iv8qVNmBi1aMlJZFDdKxfW_Bq9Xte9dCP3w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4036" name="AutoShape 4" descr="https://lh6.googleusercontent.com/jAgTC_Cb61FOv5EoR9udiYm5U5AXC7ysUXEgjfAxpR5p6qSe0Wkz5pqArsp2nXKVHm-yz0X4Rbea8dGNoTG6p-yanQw7MHMI1vcSQRe_Iv8qVNmBi1aMlJZFDdKxfW_Bq9Xte9dCP3w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44039" name="Picture 7" descr="K:\Untitled Diagram (1)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95936" y="1124744"/>
            <a:ext cx="4049043" cy="5342151"/>
          </a:xfrm>
          <a:prstGeom prst="rect">
            <a:avLst/>
          </a:prstGeom>
          <a:noFill/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/>
          <p:cNvSpPr txBox="1">
            <a:spLocks noChangeArrowheads="1"/>
          </p:cNvSpPr>
          <p:nvPr/>
        </p:nvSpPr>
        <p:spPr bwMode="auto">
          <a:xfrm>
            <a:off x="1331640" y="1341438"/>
            <a:ext cx="7344048" cy="47863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2600" b="1" dirty="0">
                <a:solidFill>
                  <a:srgbClr val="0070C0"/>
                </a:solidFill>
                <a:latin typeface="Arial" pitchFamily="34" charset="0"/>
                <a:ea typeface="Lucida Sans Unicode" pitchFamily="32" charset="0"/>
                <a:cs typeface="Arial" pitchFamily="34" charset="0"/>
              </a:rPr>
              <a:t>Псевдокоды</a:t>
            </a:r>
            <a:r>
              <a:rPr lang="ru-RU" sz="2600" dirty="0">
                <a:solidFill>
                  <a:srgbClr val="000000"/>
                </a:solidFill>
                <a:latin typeface="Arial" pitchFamily="34" charset="0"/>
                <a:ea typeface="Lucida Sans Unicode" pitchFamily="32" charset="0"/>
                <a:cs typeface="Arial" pitchFamily="34" charset="0"/>
              </a:rPr>
              <a:t> - это описания алгоритмов на условном алгоритмическом языке: элементы языка программирования, общепринятые математические обозначения, фразы естественного языка и др.</a:t>
            </a:r>
          </a:p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2600" b="1" dirty="0">
                <a:solidFill>
                  <a:srgbClr val="0070C0"/>
                </a:solidFill>
                <a:latin typeface="Arial" pitchFamily="34" charset="0"/>
                <a:ea typeface="Lucida Sans Unicode" pitchFamily="32" charset="0"/>
                <a:cs typeface="Arial" pitchFamily="34" charset="0"/>
              </a:rPr>
              <a:t>Пример:</a:t>
            </a:r>
          </a:p>
        </p:txBody>
      </p:sp>
      <p:sp>
        <p:nvSpPr>
          <p:cNvPr id="5" name="Text Box 1"/>
          <p:cNvSpPr txBox="1">
            <a:spLocks noChangeArrowheads="1"/>
          </p:cNvSpPr>
          <p:nvPr/>
        </p:nvSpPr>
        <p:spPr bwMode="auto">
          <a:xfrm>
            <a:off x="1259632" y="-38100"/>
            <a:ext cx="7200156" cy="13747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4200" b="1" dirty="0">
                <a:solidFill>
                  <a:srgbClr val="0070C0"/>
                </a:solidFill>
                <a:latin typeface="Arial" pitchFamily="34" charset="0"/>
                <a:ea typeface="Lucida Sans Unicode" pitchFamily="32" charset="0"/>
                <a:cs typeface="Arial" pitchFamily="34" charset="0"/>
              </a:rPr>
              <a:t>Формы записи алгоритма</a:t>
            </a: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2339752" y="4005064"/>
            <a:ext cx="5184576" cy="2088232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2600" b="1" u="sng" dirty="0" err="1">
                <a:solidFill>
                  <a:schemeClr val="bg1"/>
                </a:solidFill>
                <a:latin typeface="Arial" pitchFamily="34" charset="0"/>
                <a:ea typeface="Lucida Sans Unicode" pitchFamily="32" charset="0"/>
                <a:cs typeface="Arial" pitchFamily="34" charset="0"/>
              </a:rPr>
              <a:t>алг</a:t>
            </a:r>
            <a:r>
              <a:rPr lang="ru-RU" sz="2600" b="1" dirty="0">
                <a:solidFill>
                  <a:schemeClr val="bg1"/>
                </a:solidFill>
                <a:latin typeface="Arial" pitchFamily="34" charset="0"/>
                <a:ea typeface="Lucida Sans Unicode" pitchFamily="32" charset="0"/>
                <a:cs typeface="Arial" pitchFamily="34" charset="0"/>
              </a:rPr>
              <a:t> ЗДРАВСТВУЙМИР</a:t>
            </a:r>
            <a:br>
              <a:rPr lang="ru-RU" sz="2600" b="1" dirty="0">
                <a:solidFill>
                  <a:schemeClr val="bg1"/>
                </a:solidFill>
                <a:latin typeface="Arial" pitchFamily="34" charset="0"/>
                <a:ea typeface="Lucida Sans Unicode" pitchFamily="32" charset="0"/>
                <a:cs typeface="Arial" pitchFamily="34" charset="0"/>
              </a:rPr>
            </a:br>
            <a:r>
              <a:rPr lang="ru-RU" sz="2600" b="1" u="sng" dirty="0" err="1">
                <a:solidFill>
                  <a:schemeClr val="bg1"/>
                </a:solidFill>
                <a:latin typeface="Arial" pitchFamily="34" charset="0"/>
                <a:ea typeface="Lucida Sans Unicode" pitchFamily="32" charset="0"/>
                <a:cs typeface="Arial" pitchFamily="34" charset="0"/>
              </a:rPr>
              <a:t>нач</a:t>
            </a:r>
            <a:br>
              <a:rPr lang="ru-RU" sz="2600" b="1" u="sng" dirty="0">
                <a:solidFill>
                  <a:schemeClr val="bg1"/>
                </a:solidFill>
                <a:latin typeface="Arial" pitchFamily="34" charset="0"/>
                <a:ea typeface="Lucida Sans Unicode" pitchFamily="32" charset="0"/>
                <a:cs typeface="Arial" pitchFamily="34" charset="0"/>
              </a:rPr>
            </a:br>
            <a:r>
              <a:rPr lang="ru-RU" sz="2600" b="1" dirty="0">
                <a:solidFill>
                  <a:schemeClr val="bg1"/>
                </a:solidFill>
                <a:latin typeface="Arial" pitchFamily="34" charset="0"/>
                <a:ea typeface="Lucida Sans Unicode" pitchFamily="32" charset="0"/>
                <a:cs typeface="Arial" pitchFamily="34" charset="0"/>
              </a:rPr>
              <a:t>вывод ('Здравствуй, Мир!')</a:t>
            </a:r>
            <a:br>
              <a:rPr lang="ru-RU" sz="2600" b="1" dirty="0">
                <a:solidFill>
                  <a:schemeClr val="bg1"/>
                </a:solidFill>
                <a:latin typeface="Arial" pitchFamily="34" charset="0"/>
                <a:ea typeface="Lucida Sans Unicode" pitchFamily="32" charset="0"/>
                <a:cs typeface="Arial" pitchFamily="34" charset="0"/>
              </a:rPr>
            </a:br>
            <a:r>
              <a:rPr lang="ru-RU" sz="2600" b="1" u="sng" dirty="0">
                <a:solidFill>
                  <a:schemeClr val="bg1"/>
                </a:solidFill>
                <a:latin typeface="Arial" pitchFamily="34" charset="0"/>
                <a:ea typeface="Lucida Sans Unicode" pitchFamily="32" charset="0"/>
                <a:cs typeface="Arial" pitchFamily="34" charset="0"/>
              </a:rPr>
              <a:t>кон</a:t>
            </a:r>
            <a:r>
              <a:rPr lang="ru-RU" sz="2600" b="1" dirty="0">
                <a:solidFill>
                  <a:schemeClr val="bg1"/>
                </a:solidFill>
                <a:latin typeface="Arial" pitchFamily="34" charset="0"/>
                <a:ea typeface="Lucida Sans Unicode" pitchFamily="32" charset="0"/>
                <a:cs typeface="Arial" pitchFamily="34" charset="0"/>
              </a:rPr>
              <a:t> </a:t>
            </a:r>
            <a:r>
              <a:rPr lang="ru-RU" sz="2600" b="1" u="sng" dirty="0" err="1">
                <a:solidFill>
                  <a:schemeClr val="bg1"/>
                </a:solidFill>
                <a:latin typeface="Arial" pitchFamily="34" charset="0"/>
                <a:ea typeface="Lucida Sans Unicode" pitchFamily="32" charset="0"/>
                <a:cs typeface="Arial" pitchFamily="34" charset="0"/>
              </a:rPr>
              <a:t>алг</a:t>
            </a:r>
            <a:r>
              <a:rPr lang="ru-RU" sz="2600" b="1" dirty="0">
                <a:solidFill>
                  <a:schemeClr val="bg1"/>
                </a:solidFill>
                <a:latin typeface="Arial" pitchFamily="34" charset="0"/>
                <a:ea typeface="Lucida Sans Unicode" pitchFamily="32" charset="0"/>
                <a:cs typeface="Arial" pitchFamily="34" charset="0"/>
              </a:rPr>
              <a:t> ЗДРАВСТВУЙ МИР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1331640" y="1341438"/>
            <a:ext cx="7344048" cy="47863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2600" b="1" dirty="0">
                <a:solidFill>
                  <a:srgbClr val="0070C0"/>
                </a:solidFill>
                <a:latin typeface="Arial" pitchFamily="34" charset="0"/>
                <a:ea typeface="Lucida Sans Unicode" pitchFamily="32" charset="0"/>
                <a:cs typeface="Arial" pitchFamily="34" charset="0"/>
              </a:rPr>
              <a:t>Программная</a:t>
            </a:r>
            <a:r>
              <a:rPr lang="ru-RU" sz="2600" dirty="0">
                <a:solidFill>
                  <a:srgbClr val="000000"/>
                </a:solidFill>
                <a:latin typeface="Arial" pitchFamily="34" charset="0"/>
                <a:ea typeface="Lucida Sans Unicode" pitchFamily="32" charset="0"/>
                <a:cs typeface="Arial" pitchFamily="34" charset="0"/>
              </a:rPr>
              <a:t>  - тексты на языках программирования.</a:t>
            </a:r>
          </a:p>
        </p:txBody>
      </p:sp>
      <p:sp>
        <p:nvSpPr>
          <p:cNvPr id="23555" name="Rectangle 3"/>
          <p:cNvSpPr>
            <a:spLocks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ru-RU"/>
          </a:p>
        </p:txBody>
      </p:sp>
      <p:sp>
        <p:nvSpPr>
          <p:cNvPr id="7" name="Text Box 1"/>
          <p:cNvSpPr txBox="1">
            <a:spLocks noChangeArrowheads="1"/>
          </p:cNvSpPr>
          <p:nvPr/>
        </p:nvSpPr>
        <p:spPr bwMode="auto">
          <a:xfrm>
            <a:off x="1259632" y="-38100"/>
            <a:ext cx="7200156" cy="13747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4200" b="1" dirty="0">
                <a:solidFill>
                  <a:srgbClr val="0070C0"/>
                </a:solidFill>
                <a:latin typeface="Arial" pitchFamily="34" charset="0"/>
                <a:ea typeface="Lucida Sans Unicode" pitchFamily="32" charset="0"/>
                <a:cs typeface="Arial" pitchFamily="34" charset="0"/>
              </a:rPr>
              <a:t>Формы записи алгоритма</a:t>
            </a:r>
          </a:p>
        </p:txBody>
      </p:sp>
      <p:pic>
        <p:nvPicPr>
          <p:cNvPr id="39937" name="Picture 1" descr="C:\Users\Максим\Pictures\image28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83768" y="2420888"/>
            <a:ext cx="4623432" cy="3862189"/>
          </a:xfrm>
          <a:prstGeom prst="rect">
            <a:avLst/>
          </a:prstGeom>
          <a:noFill/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олнцестояние">
  <a:themeElements>
    <a:clrScheme name="Другая 2">
      <a:dk1>
        <a:srgbClr val="2F5AD4"/>
      </a:dk1>
      <a:lt1>
        <a:sysClr val="window" lastClr="FFFFFF"/>
      </a:lt1>
      <a:dk2>
        <a:srgbClr val="005390"/>
      </a:dk2>
      <a:lt2>
        <a:srgbClr val="7793E3"/>
      </a:lt2>
      <a:accent1>
        <a:srgbClr val="ADBEEE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FFFFFF"/>
      </a:hlink>
      <a:folHlink>
        <a:srgbClr val="FFFFFF"/>
      </a:folHlink>
    </a:clrScheme>
    <a:fontScheme name="Солнцестояние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Солнцестояние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1437</TotalTime>
  <Words>768</Words>
  <Application>Microsoft Office PowerPoint</Application>
  <PresentationFormat>Экран (4:3)</PresentationFormat>
  <Paragraphs>145</Paragraphs>
  <Slides>17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7" baseType="lpstr">
      <vt:lpstr>Arial</vt:lpstr>
      <vt:lpstr>Arial Unicode MS</vt:lpstr>
      <vt:lpstr>Calibri</vt:lpstr>
      <vt:lpstr>Corbel</vt:lpstr>
      <vt:lpstr>Gill Sans MT</vt:lpstr>
      <vt:lpstr>Lucida Sans Unicode</vt:lpstr>
      <vt:lpstr>Times New Roman</vt:lpstr>
      <vt:lpstr>Verdana</vt:lpstr>
      <vt:lpstr>Wingdings 2</vt:lpstr>
      <vt:lpstr>Солнцестояние</vt:lpstr>
      <vt:lpstr> Основные алгоритмические конструкции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Понятие алгоритма. Формы представления алгоритмов</dc:title>
  <dc:creator>Максим</dc:creator>
  <cp:lastModifiedBy>Teacher</cp:lastModifiedBy>
  <cp:revision>118</cp:revision>
  <dcterms:created xsi:type="dcterms:W3CDTF">2018-06-13T16:44:19Z</dcterms:created>
  <dcterms:modified xsi:type="dcterms:W3CDTF">2021-08-30T08:58:36Z</dcterms:modified>
</cp:coreProperties>
</file>