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6" r:id="rId1"/>
  </p:sldMasterIdLst>
  <p:notesMasterIdLst>
    <p:notesMasterId r:id="rId13"/>
  </p:notesMasterIdLst>
  <p:sldIdLst>
    <p:sldId id="256" r:id="rId2"/>
    <p:sldId id="284" r:id="rId3"/>
    <p:sldId id="258" r:id="rId4"/>
    <p:sldId id="285" r:id="rId5"/>
    <p:sldId id="335" r:id="rId6"/>
    <p:sldId id="336" r:id="rId7"/>
    <p:sldId id="310" r:id="rId8"/>
    <p:sldId id="286" r:id="rId9"/>
    <p:sldId id="287" r:id="rId10"/>
    <p:sldId id="313" r:id="rId11"/>
    <p:sldId id="337" r:id="rId12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51DB1-092B-4B95-8455-D31573DBABC6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C3E04-6D3F-42BC-962E-6271C4FAE8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48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2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3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4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5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900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6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202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7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8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9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10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Picture 2" descr="F:\ОАиП\2018-2019\C#\C#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946" y="5805264"/>
            <a:ext cx="1227684" cy="122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99A2A0F-C411-4DD9-B000-50541070904F}" type="datetimeFigureOut">
              <a:rPr lang="ru-RU" smtClean="0"/>
              <a:pPr/>
              <a:t>21.10.2022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1308744"/>
            <a:ext cx="7406640" cy="1472184"/>
          </a:xfrm>
        </p:spPr>
        <p:txBody>
          <a:bodyPr>
            <a:noAutofit/>
          </a:bodyPr>
          <a:lstStyle/>
          <a:p>
            <a:pPr algn="r"/>
            <a:br>
              <a:rPr lang="ru-RU" sz="3600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lang="ru-RU" alt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Операции и выражения в С</a:t>
            </a:r>
            <a:r>
              <a:rPr lang="en-US" altLang="ru-RU" sz="3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ru-RU" alt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математические функции</a:t>
            </a:r>
            <a:endParaRPr lang="ru-RU" sz="3600" dirty="0"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2900536"/>
            <a:ext cx="7406640" cy="1752600"/>
          </a:xfrm>
        </p:spPr>
        <p:txBody>
          <a:bodyPr/>
          <a:lstStyle/>
          <a:p>
            <a:pPr algn="r"/>
            <a:r>
              <a:rPr lang="ru-RU">
                <a:latin typeface="Arial" pitchFamily="34" charset="0"/>
                <a:cs typeface="Arial" pitchFamily="34" charset="0"/>
              </a:rPr>
              <a:t>Лекция №7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AutoShape 2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6" name="AutoShape 4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9" name="AutoShape 7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F:\ОАиП\2018-2019\C#\C#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 trans="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164" y="2348880"/>
            <a:ext cx="4396036" cy="439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187624" y="54868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/>
            <a:r>
              <a:rPr lang="ru-RU" sz="3200" dirty="0"/>
              <a:t>Выражение задает порядок выполнения действий над данными и состоит из операндов (констант, переменных, обращений к функциям), круглых скобок и знаков операций.</a:t>
            </a:r>
            <a:br>
              <a:rPr lang="ru-RU" sz="3200" dirty="0"/>
            </a:br>
            <a:endParaRPr lang="ru-RU" sz="3200" dirty="0"/>
          </a:p>
          <a:p>
            <a:pPr indent="265113"/>
            <a:r>
              <a:rPr lang="ru-RU" sz="3200" dirty="0"/>
              <a:t>Пример:</a:t>
            </a:r>
            <a:br>
              <a:rPr lang="ru-RU" sz="3200" dirty="0"/>
            </a:br>
            <a:r>
              <a:rPr lang="ru-RU" sz="3200" dirty="0"/>
              <a:t>a*b–</a:t>
            </a:r>
            <a:r>
              <a:rPr lang="ru-RU" sz="3200" dirty="0" err="1"/>
              <a:t>Math.sin</a:t>
            </a:r>
            <a:r>
              <a:rPr lang="ru-RU" sz="3200" dirty="0"/>
              <a:t>(x)</a:t>
            </a:r>
            <a:r>
              <a:rPr lang="ru-RU" sz="4400" dirty="0"/>
              <a:t> </a:t>
            </a:r>
            <a:br>
              <a:rPr lang="ru-RU" sz="4400" dirty="0"/>
            </a:br>
            <a:endParaRPr lang="ru-RU" sz="4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114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187624" y="260648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Арифметические операции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9B5E26-C53B-4905-A6FE-5901A3FA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086733"/>
            <a:ext cx="7056784" cy="514888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Математические методы класса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System.Math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BCCF0E-2B66-4D94-83F7-B9B3DD320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56" y="1340768"/>
            <a:ext cx="7642808" cy="460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31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Математические методы класса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System.Math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22236F-BE5B-4DC4-8838-7D5CFAA72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198123"/>
            <a:ext cx="7488832" cy="49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189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Математические методы класса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System.Math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D5571C-2B24-4973-9F8E-EF25528AE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268760"/>
            <a:ext cx="7344816" cy="519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547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19821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400" b="1" dirty="0">
                <a:solidFill>
                  <a:srgbClr val="0070C0"/>
                </a:solidFill>
              </a:rPr>
              <a:t>Примеры использования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3AD3FD1-2820-423C-814E-6D6DA485D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196752"/>
            <a:ext cx="3426108" cy="54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31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Операторы сравнения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A14133-3C18-4D0E-A08D-0B652C66A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22"/>
          <a:stretch/>
        </p:blipFill>
        <p:spPr>
          <a:xfrm>
            <a:off x="1207797" y="1412775"/>
            <a:ext cx="7649267" cy="19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610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426368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 операторы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DE7680-B592-48C0-8132-63A957077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721" y="1700808"/>
            <a:ext cx="7426905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19072" y="260648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Приоритет выполнения операторов: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01896" y="1412776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Унарные операции (операции с одним операндом, например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изменение знака);</a:t>
            </a:r>
          </a:p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Операторы умножения / деления;</a:t>
            </a:r>
          </a:p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Операторы сложения / вычитания;</a:t>
            </a:r>
          </a:p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Операторы сдвига;</a:t>
            </a:r>
          </a:p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Операторы сравнения (причем операторы равно/ не равно имеют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меньший приоритет);</a:t>
            </a:r>
          </a:p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Логические.</a:t>
            </a:r>
          </a:p>
          <a:p>
            <a:pPr marL="342900" indent="-342900">
              <a:buAutoNum type="arabicParenR"/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 присваивания выполняется последним.</a:t>
            </a:r>
          </a:p>
          <a:p>
            <a:pPr marL="342900" indent="-342900">
              <a:buAutoNum type="arabicParenR"/>
              <a:defRPr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57188"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Операторы одного уровня приоритета выполняются слева направо.</a:t>
            </a:r>
          </a:p>
          <a:p>
            <a:pPr indent="357188">
              <a:defRPr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Порядок вычисления по умолчанию можно изменить с помощью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круглых скобок.</a:t>
            </a:r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7FDB6-70B8-4BF6-B8B3-EA367251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A9415B-5338-418F-BE97-EB70B9393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Ответить на контрольные вопросы стр. 20 Пособия</a:t>
            </a:r>
          </a:p>
          <a:p>
            <a:r>
              <a:rPr lang="ru-RU" dirty="0"/>
              <a:t>Выполнить решение задачи 2.1 стр. 25-26.</a:t>
            </a:r>
          </a:p>
          <a:p>
            <a:r>
              <a:rPr lang="ru-RU" dirty="0"/>
              <a:t>Стр. 138 – проверить решение задачи 10.1 в консольном варианте и изучить пояснения к программе (стр.143)</a:t>
            </a:r>
          </a:p>
        </p:txBody>
      </p:sp>
    </p:spTree>
    <p:extLst>
      <p:ext uri="{BB962C8B-B14F-4D97-AF65-F5344CB8AC3E}">
        <p14:creationId xmlns:p14="http://schemas.microsoft.com/office/powerpoint/2010/main" val="29324322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Другая 2">
      <a:dk1>
        <a:srgbClr val="2F5AD4"/>
      </a:dk1>
      <a:lt1>
        <a:sysClr val="window" lastClr="FFFFFF"/>
      </a:lt1>
      <a:dk2>
        <a:srgbClr val="005390"/>
      </a:dk2>
      <a:lt2>
        <a:srgbClr val="7793E3"/>
      </a:lt2>
      <a:accent1>
        <a:srgbClr val="ADBEEE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FFFFFF"/>
      </a:hlink>
      <a:folHlink>
        <a:srgbClr val="FFFFFF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1530</TotalTime>
  <Words>226</Words>
  <Application>Microsoft Office PowerPoint</Application>
  <PresentationFormat>Экран (4:3)</PresentationFormat>
  <Paragraphs>62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1" baseType="lpstr">
      <vt:lpstr>Arial</vt:lpstr>
      <vt:lpstr>Arial Unicode MS</vt:lpstr>
      <vt:lpstr>Calibri</vt:lpstr>
      <vt:lpstr>Corbel</vt:lpstr>
      <vt:lpstr>Gill Sans MT</vt:lpstr>
      <vt:lpstr>Lucida Sans Unicode</vt:lpstr>
      <vt:lpstr>Times New Roman</vt:lpstr>
      <vt:lpstr>Verdana</vt:lpstr>
      <vt:lpstr>Wingdings 2</vt:lpstr>
      <vt:lpstr>Солнцестояние</vt:lpstr>
      <vt:lpstr> Операции и выражения в С#, математические функции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Контрольные задания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алгоритма. Формы представления алгоритмов</dc:title>
  <dc:creator>Максим</dc:creator>
  <cp:lastModifiedBy>Teacher</cp:lastModifiedBy>
  <cp:revision>128</cp:revision>
  <cp:lastPrinted>2021-10-07T08:16:23Z</cp:lastPrinted>
  <dcterms:created xsi:type="dcterms:W3CDTF">2018-06-13T16:44:19Z</dcterms:created>
  <dcterms:modified xsi:type="dcterms:W3CDTF">2022-10-21T10:26:09Z</dcterms:modified>
</cp:coreProperties>
</file>